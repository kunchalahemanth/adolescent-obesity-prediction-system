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84" r:id="rId1"/>
  </p:sldMasterIdLst>
  <p:notesMasterIdLst>
    <p:notesMasterId r:id="rId23"/>
  </p:notesMasterIdLst>
  <p:handoutMasterIdLst>
    <p:handoutMasterId r:id="rId24"/>
  </p:handoutMasterIdLst>
  <p:sldIdLst>
    <p:sldId id="256" r:id="rId2"/>
    <p:sldId id="376" r:id="rId3"/>
    <p:sldId id="359" r:id="rId4"/>
    <p:sldId id="333" r:id="rId5"/>
    <p:sldId id="377" r:id="rId6"/>
    <p:sldId id="378" r:id="rId7"/>
    <p:sldId id="327" r:id="rId8"/>
    <p:sldId id="264" r:id="rId9"/>
    <p:sldId id="353" r:id="rId10"/>
    <p:sldId id="361" r:id="rId11"/>
    <p:sldId id="379" r:id="rId12"/>
    <p:sldId id="380" r:id="rId13"/>
    <p:sldId id="339" r:id="rId14"/>
    <p:sldId id="368" r:id="rId15"/>
    <p:sldId id="369" r:id="rId16"/>
    <p:sldId id="330" r:id="rId17"/>
    <p:sldId id="331" r:id="rId18"/>
    <p:sldId id="362" r:id="rId19"/>
    <p:sldId id="363" r:id="rId20"/>
    <p:sldId id="324" r:id="rId21"/>
    <p:sldId id="325" r:id="rId2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1pPr>
    <a:lvl2pPr marL="4572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2pPr>
    <a:lvl3pPr marL="9144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3pPr>
    <a:lvl4pPr marL="13716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4pPr>
    <a:lvl5pPr marL="18288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5pPr>
    <a:lvl6pPr marL="2286000" algn="l" defTabSz="914400" rtl="0" eaLnBrk="1" latinLnBrk="0" hangingPunct="1">
      <a:defRPr kern="1200">
        <a:solidFill>
          <a:schemeClr val="tx1"/>
        </a:solidFill>
        <a:latin typeface="Palatino Linotype" panose="02040502050505030304" pitchFamily="18" charset="0"/>
        <a:ea typeface="+mn-ea"/>
        <a:cs typeface="+mn-cs"/>
      </a:defRPr>
    </a:lvl6pPr>
    <a:lvl7pPr marL="2743200" algn="l" defTabSz="914400" rtl="0" eaLnBrk="1" latinLnBrk="0" hangingPunct="1">
      <a:defRPr kern="1200">
        <a:solidFill>
          <a:schemeClr val="tx1"/>
        </a:solidFill>
        <a:latin typeface="Palatino Linotype" panose="02040502050505030304" pitchFamily="18" charset="0"/>
        <a:ea typeface="+mn-ea"/>
        <a:cs typeface="+mn-cs"/>
      </a:defRPr>
    </a:lvl7pPr>
    <a:lvl8pPr marL="3200400" algn="l" defTabSz="914400" rtl="0" eaLnBrk="1" latinLnBrk="0" hangingPunct="1">
      <a:defRPr kern="1200">
        <a:solidFill>
          <a:schemeClr val="tx1"/>
        </a:solidFill>
        <a:latin typeface="Palatino Linotype" panose="02040502050505030304" pitchFamily="18" charset="0"/>
        <a:ea typeface="+mn-ea"/>
        <a:cs typeface="+mn-cs"/>
      </a:defRPr>
    </a:lvl8pPr>
    <a:lvl9pPr marL="3657600" algn="l" defTabSz="914400" rtl="0" eaLnBrk="1" latinLnBrk="0" hangingPunct="1">
      <a:defRPr kern="1200">
        <a:solidFill>
          <a:schemeClr val="tx1"/>
        </a:solidFill>
        <a:latin typeface="Palatino Linotype" panose="02040502050505030304" pitchFamily="18"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500000"/>
    <a:srgbClr val="8D4B39"/>
    <a:srgbClr val="3A12E4"/>
    <a:srgbClr val="AD13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718" autoAdjust="0"/>
  </p:normalViewPr>
  <p:slideViewPr>
    <p:cSldViewPr snapToGrid="0">
      <p:cViewPr>
        <p:scale>
          <a:sx n="75" d="100"/>
          <a:sy n="75" d="100"/>
        </p:scale>
        <p:origin x="446" y="130"/>
      </p:cViewPr>
      <p:guideLst/>
    </p:cSldViewPr>
  </p:slideViewPr>
  <p:outlineViewPr>
    <p:cViewPr>
      <p:scale>
        <a:sx n="33" d="100"/>
        <a:sy n="33" d="100"/>
      </p:scale>
      <p:origin x="0" y="-2726"/>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6" d="100"/>
          <a:sy n="76" d="100"/>
        </p:scale>
        <p:origin x="253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A0FAAA-BB9C-119B-8A4E-3801176A7E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a:extLst>
              <a:ext uri="{FF2B5EF4-FFF2-40B4-BE49-F238E27FC236}">
                <a16:creationId xmlns:a16="http://schemas.microsoft.com/office/drawing/2014/main" id="{0BF2D187-831A-3AE0-1D62-0FBA36AAB5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r>
              <a:rPr lang="en-US" dirty="0"/>
              <a:t>11/26/2024</a:t>
            </a:r>
          </a:p>
        </p:txBody>
      </p:sp>
      <p:sp>
        <p:nvSpPr>
          <p:cNvPr id="4" name="Footer Placeholder 3">
            <a:extLst>
              <a:ext uri="{FF2B5EF4-FFF2-40B4-BE49-F238E27FC236}">
                <a16:creationId xmlns:a16="http://schemas.microsoft.com/office/drawing/2014/main" id="{7EA40126-F2C5-AB6E-698E-F335A1B1A4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5" name="Slide Number Placeholder 4">
            <a:extLst>
              <a:ext uri="{FF2B5EF4-FFF2-40B4-BE49-F238E27FC236}">
                <a16:creationId xmlns:a16="http://schemas.microsoft.com/office/drawing/2014/main" id="{12CC73A0-70E3-7C1A-5A80-4B9187587A35}"/>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anose="020B0502020202020204" pitchFamily="34" charset="0"/>
              </a:defRPr>
            </a:lvl1pPr>
          </a:lstStyle>
          <a:p>
            <a:pPr>
              <a:defRPr/>
            </a:pPr>
            <a:fld id="{D6F3CF9E-AA85-4B2A-A17A-9ED6753172A4}"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41:15.967"/>
    </inkml:context>
    <inkml:brush xml:id="br0">
      <inkml:brushProperty name="width" value="0.35" units="cm"/>
      <inkml:brushProperty name="height" value="0.35" units="cm"/>
      <inkml:brushProperty name="color" value="#FFFFFF"/>
    </inkml:brush>
  </inkml:definitions>
  <inkml:trace contextRef="#ctx0" brushRef="#br0">957 4080 24468,'45'-10'-32,"147"-22"-106,281-12-1,395 38-171,-770 7 344,-54-1 275,37 1 74,-67 3-383,-15 1 0,-25 4 0,-397 51 0,264-36 0,-492 63 0,454-79 0,195-8 0,0 0 0,0 0 0,0 0 0,0 0 0,0 0 0,1 1 0,-1-1 0,0 1 0,0-1 0,0 1 0,1 0 0,-1 0 0,0 0 0,1 0 0,-2 1 0,3-2 0,-1 1 0,1-1 0,0 1 0,0-1 0,0 1 0,0-1 0,-1 1 0,1-1 0,0 1 0,0 0 0,0-1 0,0 1 0,0-1 0,0 1 0,1-1 0,-1 1 0,0-1 0,0 1 0,0-1 0,0 1 0,1-1 0,-1 1 0,0-1 0,1 1 0,-1-1 0,0 1 0,1-1 0,-1 1 0,0-1 0,1 0 0,0 1 0,4 3 0,0 1 0,0-1 0,1-1 0,0 1 0,-1-1 0,1 0 0</inkml:trace>
  <inkml:trace contextRef="#ctx0" brushRef="#br0" timeOffset="-1">3150 4379 24575,'25'-14'0,"62"-30"0,-8 1 0,153-59 0,-189 87 0,1 3 0,0 1 0,1 2 0,0 2 0,69-2 0,-77 9 0,68 7 0,-91-5 0,0 1 0,0 1 0,0 0 0,0 1 0,0 1 0,-1 0 0,19 11 0,-30-16 0,-1 0 0,0-1 0,1 1 0,-1 0 0,0 0 0,0 0 0,1 0 0,-1 0 0,0 1 0,0-1 0,0 0 0,0 0 0,-1 1 0,1-1 0,0 1 0,0-1 0,-1 0 0,1 1 0,-1-1 0,1 1 0,-1 0 0,0-1 0,0 1 0,1 2 0,-2-2 0,0 1 0,1-1 0,-1 1 0,0-1 0,0 0 0,-1 1 0,1-1 0,0 0 0,-1 0 0,1 0 0,-1 0 0,0 0 0,-3 3 0,-6 4 0,-1 0 0,0 0 0,0-2 0,-15 8 0,-57 31 0,-9 3 0</inkml:trace>
  <inkml:trace contextRef="#ctx0" brushRef="#br0" timeOffset="-3">2568 4322 23188,'463'-204'-565,"48"-20"581,-276 134 148,-233 89-127,0 0 0,0 0 1,0 1-1,0-2 0,0 1 1,0 0-1,0 0 1,0-1-1,0 1 0,0-1 1,-1 1-1,1-1 0,-1 0 1,1 1-1,-1-1 1,0 0-1,1 0 0,-1 0 1,0 0-1,0 0 1,0-1-1,-1 1 0,1 0 1,-1 0-1,1-1 0,-1-1 1,0 1 0,0 0 0,-1 0 0,0 0 0,0 0 1,0 1-1,0-1 0,0 0 0,-1 1 0,1-1 1,-1 0-1,1 1 0,-1 0 0,0-1 0,0 1 0,0 0 1,-1 0-1,1 0 0,0 1 0,-5-4 0,-27-16-38,-1 1 0,-53-22 0,-85-23 0,167 63 0,-957-278-796,380 122 424,543 146 372,-3-2 0,0 2 0,-1 2 0,-1 1 0,-68-3 0,109 12 39,1 0 0,-1 0 0,0 0 0,0 0 0,0 1 0,1 0 0,-1 0 0,0 0 0,1 0 0,-1 0 0,1 1-1,-1-1 1,1 1 0,-4 2 0,5-1-4,-1-1-1,1 1 0,0-1 1,0 1-1,1 0 0,-1 0 1,0 0-1,1 0 0,0 0 1,0 0-1,0 0 0,0 0 1,0 0-1,0 1 1,1-1-1,-1 7 0,2 4-34,-1 1 0,2 0 0,0-1 0,0 0 0,1 1 0,1-1 0,1 0 0,0 0 0,1-1 0,12 22 0,11 15 0,48 60 0,-71-101 0,24 30 0,2-2 0,1 0 0,2-3 0,1 0 0,1-3 0,2-1 0,2-2 0,0-1 0,53 24 0,-34-23 0,2-2 0,1-3 0,0-3 0,74 14 0,-90-25 0,0-3 0,1-1 0,-1-3 0,1-1 0,0-3 0,72-12 0,-91 9 0,50-18 0,-71 20 0,0 0 0,0 0 0,0-1 0,-1 0 0,1-1 0,-1 1 0,0-1 0,0-1 0,-1 1 0,10-12 0,-14 16 0,-1-1 0,0 1 0,0 0 0,0-1 0,0 1 0,0-1 0,-1 0 0,1 1 0,0-1 0,-1 0 0,1 1 0,-1-1 0,1 0 0,-1 1 0,0-1 0,0 0 0,0 0 0,0 0 0,0 1 0,0-1 0,0 0 0,-1 0 0,1 1 0,-1-1 0,1 0 0,-1 1 0,0-1 0,1 0 0,-1 1 0,0-1 0,0 1 0,0-1 0,0 1 0,0 0 0,-1-1 0,1 1 0,0 0 0,-1 0 0,1 0 0,-1 0 0,-2-2 0,-4-1 0,0 0 0,-1 0 0,0 1 0,1 0 0,-1 0 0,-18-3 0,-52-2 0,0 3 0,-123 8 0,120 3 0,1 4 0,0 4 0,2 3 0,-103 36 0,76-14 0,1 5 0,-152 87 0,208-103 0,-29 17 0,-56 44 0</inkml:trace>
  <inkml:trace contextRef="#ctx0" brushRef="#br0" timeOffset="-5">1576 4238 24575,'111'-48'0,"-23"7"0,799-411-883,-519 255 652,-257 130 840,-85 50-377,-24 16-221,-1 0 0,1 0-1,-1 0 1,1 1-1,-1-1 1,1-1 0,-1 1-1,0 0 1,0 0-1,0 0 1,1-1 0,-1 1-1,0-1 1,-1 1-1,1-1 1,0 1 0,0-1-1,-1 1 1,1-1-1,-1 0 1,1 1 0,-1-1-1,1 0 1,-1 1-1,0-4 1,-1 3-11,0 0 0,0 1 0,0-1 0,0 0-1,-1 1 1,1 0 0,0-1 0,-1 1 0,1 0 0,-1-1 0,1 1 0,-1 0 0,0 0-1,1 0 1,-1 1 0,0-1 0,0 0 0,0 1 0,0-1 0,1 1 0,-1-1-1,0 1 1,-4 0 0,-23-3 0,1 1 0,-1 1 0,-30 3 0,-93 15 0,72-7 0,-829 130 0,817-117 0,65-14 0,0-2 0,0-1 0,-1-1 0,1-1 0,-1-2 0,-32 0 0,58-2 0,1 0 0,-1 0 0,0-1 0,1 1 0,-1 0 0,0-1 0,1 1 0,-1-1 0,1 0 0,-1 1 0,1-1 0,-1 0 0,1 0 0,-3-2 0,4 3 0,-1-1 0,1 1 0,0-1 0,-1 0 0,1 1 0,0-1 0,0 0 0,-1 1 0,1-1 0,0 0 0,0 0 0,0 1 0,0-1 0,0 0 0,0 1 0,0-1 0,0 0 0,0 0 0,0 1 0,1-1 0,-1 0 0,0 1 0,0-1 0,1 0 0,3-6 0,0 1 0,0 0 0,1 0 0,0 0 0,9-8 0,400-339 0,-382 329 0,-1-1 0,-2-2 0,-1 0 0,-1-2 0,41-56 0,-66 82 0,-1 1 0,1 0 0,-1-1 0,0 0 0,0 1 0,0-1 0,0 0 0,0 1 0,0-1 0,0-6 0,-1 9 0,0-1 0,0 0 0,0 1 0,-1-1 0,1 1 0,0-1 0,0 0 0,0 1 0,-1-1 0,1 1 0,0-1 0,-1 1 0,1-1 0,0 1 0,-1-1 0,1 1 0,-1-1 0,1 1 0,-1-1 0,1 1 0,-1 0 0,0-1 0,0 0 0,-1 1 0,0-1 0,0 1 0,0-1 0,0 1 0,0 0 0,1 0 0,-1-1 0,0 1 0,-4 1 0,-14 2 0,0 2 0,0 0 0,0 1 0,1 1 0,0 1 0,0 1 0,-19 12 0,17-10 0,-620 365-815,23 46-25,606-413 840,-248 186-120</inkml:trace>
  <inkml:trace contextRef="#ctx0" brushRef="#br0" timeOffset="-7">931 4068 24575,'1'-1'0,"0"-3"0,0 1 0,-1-1 0,1 1 0,-1-1 0,0-3 0,1 1 0,0 0 0,0-1 0,0 1 0,1 0 0,0 0 0,0 1 0,1-1 0,6-11 0,33-42 0,-24 35 0,122-143 0,-98 122 0,-3-1 0,-1-2 0,61-105 0,-96 149 0,-1-1 0,0 0 0,0 1 0,-1-1 0,1 0 0,-1 0 0,1-6 0,-2 11 0,0-1 0,0 0 0,0 0 0,0 1 0,-1-1 0,1 0 0,0 1 0,0-1 0,0 0 0,0 0 0,-1 1 0,1-1 0,0 0 0,-1 1 0,1-1 0,-1 0 0,1 1 0,0-1 0,-1 1 0,1-1 0,-2 0 0,1 0 0,0 1 0,-1 0 0,1-1 0,0 1 0,0-1 0,-1 1 0,1 0 0,0 0 0,-1 0 0,1 0 0,0 0 0,-1 0 0,1 0 0,0 1 0,-1-1 0,-1 1 0,-15 5 0,0 1 0,0 1 0,1 0 0,-30 20 0,37-22 0,5-4 0,10-8 0,24-19 0,321-264 0,-74 56-345,863-733-3242,-1120 950 3481,204-182-1640,-211 187 1647,-3 3 60,1-1 0,-2 1-1,1-2 1,-1 1 0,0-1-1,-1 0 1,9-17 0,-16 26 47,1 0 0,-1 0 1,1 0-1,-1 0 1,0 0-1,0 0 0,1 0 1,-1 0-1,0 0 0,0 0 1,0 0-1,0 0 1,0 0-1,0 0 0,0 0 1,-1 0-1,1 0 1,0 0-1,-1 0 0,1 0 1,0 0-1,-1 0 1,1 0-1,-1 1 0,-1-3 1,1 2 42,0 0 0,-1 0 0,1 0 0,-1 0 0,0 0 0,1 1 0,-1-1 0,0 0 0,0 1 0,1-1 0,-1 1 0,0 0 0,0 0 0,-2-1 0,-14 2 194,1 1 1,0 0 0,-1 1 0,1 1-1,0 1 1,0 0 0,-17 9 0,-92 39 1056,-230 137 1,343-183-1284,-509 320-674,172-104 669,243-154-12,46-28 79,-96 48 0,141-84 174,16-5-251,0 1 1,0-1-1,0 0 1,0 0-1,0 0 1,0 0-1,0 0 0,0 0 1,0 0-1,0 0 1,0 0-1,-1 0 1,1-1-1,0 1 0,0 0 1,0 0-1,0 0 1,0 0-1,0 0 1,0 0-1,0 0 0,0 0 1,0 0-1,0 0 1,0 0-1,0 0 1,-1 0-1,1 0 0,0 0 1,0 0-1,0 0 1,0 0-1,0-1 1,0 1-1,0 0 0,0 0 1,0 0-1,0 0 1,0 0-1,0 0 1,0 0-1,0 0 0,0 0 1,0 0-1,0 0 1,0-1-1,0 1 1,0 0-1,0 0 0,0 0 1,0 0-1,0 0 1,0 0-1,0 0 1,0 0-1,0 0 0,0 0 1,0 0-1,1 0 1,-1 0-1,0-1 1,0 1-1,0 0 0,0 0 1,0 0-1,0 0 1,0 0-1,0 0 1,20-20 483,-12 12-436,77-75-52,266-280 0,-276 266 0,-67 85 0,-1-1 0,0 0 0,-1 0 0,0 0 0,-1-1 0,4-17 0,-8 28 0,0 1 0,1-1 0,-1 1 0,0-1 0,1 1 0,0 0 0,-1 0 0,1 0 0,0 0 0,0 0 0,0 0 0,0 0 0,1 1 0,-1-1 0,0 1 0,1 0 0,-1-1 0,1 1 0,4-1 0,-5 1 0,80-35 0,133-39 0,-155 56 0,392-110-664,-298 94 332,157-14 0,-298 48 344,1-1-18,-1 1 1,1 0-1,-1 1 1,17 2 0,-27-2 12,0 1 0,0-1 0,0 1 0,-1 0 1,1 0-1,0 0 0,0 0 0,-1 0 0,1 1 0,-1-1 1,1 1-1,-1 0 0,0 0 0,1-1 0,-1 2 1,0-1-1,0 0 0,0 0 0,-1 1 0,1-1 1,-1 1-1,1-1 0,-1 1 0,2 4 0,0 5 64,-1 1-1,0-1 1,0 0-1,-1 1 1,-1 0-1,0-1 1,-1 1-1,-1-1 1,-3 16-1,-3 11 160,-23 60-1,-13 20-229,-6-3 0,-66 114 0,64-149 0,-76 91 0,100-136 0,25-32 0,0-1 0,0 1 0,0-1 0,-1 0 0,1 1 0,-1-1 0,-6 4 0,9-7 0,1 0 0,-1 0 0,1 1 0,-1-1 0,1 0 0,-1 0 0,0 0 0,1 0 0,-1 0 0,1 0 0,-1 0 0,1 0 0,-1 0 0,0 0 0,1 0 0,-1 0 0,1 0 0,-1 0 0,1 0 0,-1 0 0,1-1 0,-1 1 0,1 0 0,-1-1 0,1 1 0,-2-1 0,1 0 0,0-1 0,0 1 0,1-1 0,-1 1 0,0-1 0,1 0 0,-1 1 0,0-1 0,1 0 0,0 1 0,-1-1 0,1 0 0,0-3 0,0-18 0,1-1 0,0 1 0,6-25 0,-3 21 0,103-835-1145,-41 305 1111,-60 506 35,-1 19 588,17-57 0,-22 88-589,0 0 0,0 0 0,1 0 0,-1 0 0,0 0 0,1 0 0,-1 0 0,0 0 0,1 0 0,-1 0 0,1 0 0,0 0 0,-1 0 0,1 0 0,0 1 0,0-1 0,-1 0 0,1 0 0,0 1 0,0-1 0,0 0 0,0 1 0,0-1 0,0 1 0,0 0 0,0-1 0,1 1 0,0 0 0,0 0 0,-1 1 0,1-1 0,-1 1 0,1-1 0,0 1 0,-1 0 0,1-1 0,-1 1 0,0 0 0,1 0 0,-1 0 0,0 0 0,1 1 0,1 1 0,5 6 0,-1 1 0,0 0 0,11 21 0,238 531 0,-39 18 0,-208-556 0,0 1 0,100 290 0,-27 7 0,-42-47 0,-40-282 0,-1-1 0,1 1 0,0-1 0,1 0 0,1-10 0,3-25 0,8-314 0,-9 40-164,-72-1350-3457,42 1423 3327,-3-69 1316,28 309-831,9-34 2398,-8 39-2565,14 17 27,-1 0 1,-2 1 0,0 0-1,14 35 1,-14-31-57,118 304-253,-22 17-238,-97-312 453,206 796-929,-35 14-324,-112-513 1079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41:15.958"/>
    </inkml:context>
    <inkml:brush xml:id="br0">
      <inkml:brushProperty name="width" value="0.35" units="cm"/>
      <inkml:brushProperty name="height" value="0.35" units="cm"/>
      <inkml:brushProperty name="color" value="#FFFFFF"/>
    </inkml:brush>
  </inkml:definitions>
  <inkml:trace contextRef="#ctx0" brushRef="#br0">2447 8653 24575,'827'0'0,"-807"-1"0,1-1 0,0-1 0,-1-1 0,0 0 0,0-2 0,0 0 0,-1-1 0,26-13 0,-8 0 0,-1-1 0,-1-2 0,37-31 0,-59 43 0,0 0 0,-1-1 0,0 0 0,0-1 0,11-18 0,-19 26 0,-2 1 0,1-1 0,0 0 0,-1 0 0,0 0 0,0 0 0,0 0 0,-1 0 0,0-1 0,0 1 0,0-1 0,-1 1 0,0 0 0,0-1 0,0 1 0,0-1 0,-1 1 0,0 0 0,0-1 0,-3-7 0,2 10 0,1 0 0,-1 1 0,1-1 0,-1 1 0,0-1 0,0 1 0,0 0 0,0-1 0,0 1 0,0 0 0,-1 0 0,1 1 0,-1-1 0,0 1 0,1-1 0,-1 1 0,0 0 0,0 0 0,0 0 0,0 0 0,0 0 0,0 1 0,0-1 0,0 1 0,0 0 0,0 0 0,0 0 0,0 0 0,0 1 0,-5 0 0,-5 2 0,0 0 0,1 0 0,-1 2 0,1-1 0,-21 12 0,-24 20 0,1 2 0,3 3 0,-68 65 0,70-60 0,-48 42 0,-350 289 0,301-256 0,148-120 0,-1 0 0,0 0 0,0-1 0,0 1 0,1 0 0,-1-1 0,0 1 0,0 0 0,0-1 0,0 1 0,0-1 0,0 0 0,0 1 0,0-1 0,-1 0 0,1 0 0,0 1 0,0-1 0,0 0 0,0 0 0,0 0 0,0 0 0,0 0 0,-1-1 0,1 1 0,-1-1 0,1 0 0,0 0 0,0 0 0,0 0 0,0 0 0,0 0 0,1 0 0,-1 0 0,0-1 0,1 1 0,-1 0 0,0-1 0,1 1 0,0 0 0,-1-1 0,1 1 0,0-1 0,0-1 0,-1-6 0,1-1 0,0 1 0,0 0 0,1-1 0,3-9 0,1 0 0,1 1 0,1 0 0,1 0 0,17-29 0,51-66 0,-46 70 0,-10 12 0,1 1 0,43-52 0,-54 70 0,0-2 0,13-21 0,-16 24 0,0-1 0,1 1 0,0 0 0,17-17 0,-22 25 0,0 1 0,1-1 0,-1 1 0,1 0 0,0 0 0,-1 0 0,1 0 0,0 1 0,0 0 0,0-1 0,0 1 0,0 1 0,0-1 0,0 1 0,1-1 0,-1 1 0,0 0 0,0 1 0,8 1 0,-4 0 0,0 1 0,0 0 0,0 0 0,-1 1 0,1 0 0,-1 0 0,0 1 0,0 0 0,-1 0 0,1 1 0,-1-1 0,0 2 0,-1-1 0,0 0 0,0 1 0,0 0 0,-1 0 0,0 1 0,4 7 0,3 11 0,0-1 0,-2 2 0,-1-1 0,8 41 0,-9-7 0,-2 1 0,-5 112 0,-2-80 0,2-92 0,0 0 0,0 0 0,-1 0 0,1 0 0,0 1 0,0-1 0,0 0 0,1 0 0,-1 0 0,0 0 0,0 0 0,0 0 0,1 0 0,-1 0 0,1 0 0,-1 0 0,1 0 0,-1 0 0,1 0 0,-1 0 0,1 0 0,1 1 0,-1-3 0,-1 1 0,1 0 0,0 0 0,0 0 0,0-1 0,-1 1 0,1 0 0,0-1 0,0 1 0,-1 0 0,1-1 0,0 1 0,-1-1 0,1 0 0,0 1 0,-1-1 0,1 1 0,-1-1 0,1 0 0,-1 1 0,1-2 0,5-6 0,-1 0 0,0-1 0,7-15 0,-6 3 0,0 0 0,3-26 0,-8 35 0,1-1 0,1 0 0,0 0 0,0 1 0,2 0 0,-1-1 0,2 2 0,-1-1 0,15-20 0,13-7 0,-22 27 0,0 0 0,-1 0 0,-1-1 0,13-24 0,-4 1 0,1 1 0,1 1 0,34-43 0,-42 62 0,-2 3 0,0 1 0,-1-2 0,-1 1 0,0-1 0,10-24 0,-17 36 0,-1-1 0,1 0 0,-1 1 0,0-1 0,1 1 0,-1-1 0,0 0 0,0 1 0,0-1 0,0 0 0,-1 1 0,1-1 0,0 1 0,-1-1 0,1 0 0,-1 1 0,1-1 0,-1 1 0,0-1 0,0 1 0,0 0 0,1-1 0,-1 1 0,-1 0 0,1 0 0,0-1 0,0 1 0,0 0 0,-1 0 0,1 0 0,0 0 0,-1 1 0,1-1 0,-1 0 0,1 1 0,-1-1 0,1 0 0,-1 1 0,0 0 0,-1-1 0,-9-1 0,0 0 0,0 0 0,-1 1 0,-14 1 0,20 0 0,-152 4 0,-104-4 0,246-2 0,0 0 0,0-1 0,0-1 0,1-1 0,-1 0 0,1-1 0,0-1 0,1 0 0,0-1 0,-24-17 0,28 17 0,0-1 0,1-1 0,0 0 0,0-1 0,1 1 0,0-2 0,1 1 0,0-1 0,1-1 0,0 1 0,1-1 0,1 0 0,-5-17 0,0-11 0,2 0 0,2-1 0,2 0 0,2 0 0,1 0 0,7-59 0,52-249 0,-23 199 0,7 2 0,6 1 0,7 3 0,75-143 0,-82 187 0,-5-1 0,34-120 0,-70 206 0,-4 23 0,-2 36 0,-1-35 0,-14 335 0,1-89 0,13-252 0,-4 619 0,11-483 0,5 0 0,46 203 0,-44-277 0,-9-34 0,2-1 0,0 1 0,3-1 0,16 38 0,-26-67 0,1 0 0,-1 0 0,0 0 0,0 0 0,0 0 0,0 0 0,0-1 0,0 1 0,0 0 0,0 0 0,0 0 0,0 0 0,0 0 0,0 0 0,0 0 0,0 0 0,0-1 0,0 1 0,1 0 0,-1 0 0,0 0 0,0 0 0,0 0 0,0 0 0,0 0 0,0 0 0,0 0 0,1 0 0,-1 0 0,0 0 0,0 0 0,0 0 0,0 0 0,0 0 0,0 0 0,0 0 0,1 0 0,-1 0 0,0 0 0,0 0 0,0 0 0,0 0 0,0 0 0,0 0 0,0 0 0,1 0 0,-1 0 0,0 0 0,0 0 0,0 0 0,0 1 0,0-1 0,0 0 0,0 0 0,0 0 0,0 0 0,0 0 0,1 0 0,-1 0 0,0 0 0,0 1 0,0-1 0,0 0 0,0 0 0,0 0 0,0 0 0,0 0 0,0 0 0,0 1 0,3-18 0,-2-24 0,-28-98 0,11 72 0,-83-406-406,-40-180-849,-28 2 397,133 528 674,8 28 27,-44-107-1,44 155 2124,26 47-1959,0 0 0,0 0 0,0 0 0,0 0 0,0 0 0,0 1 0,0-1 0,0 0 0,0 0 0,0 0 0,0 0 0,0 0 0,0 0 0,0 0 0,0 0 0,0 0 0,0 0 0,0 1 0,-1-1 0,1 0 0,0 0 0,0 0 0,0 0 0,0 0 0,0 0 0,0 0 0,0 0 0,0 0 0,0 0 0,0 0 0,0 0 0,0 0 0,-1 0 0,1 0 0,0 0 0,0 0 0,0 0 0,0 0 0,0 0 0,0 0 0,0 0 0,0 0 0,0 0 0,-1 0 0,1 0 0,0 0 0,0 0 0,0 0 0,0 0 0,0 0 0,0 0 0,0 0 0,0 0 0,0 0 0,0 0 0,-1 0 0,1 0 0,0 0 0,0 0 0,0 0 0,0-1 0,0 1 0,-3 17 324,2 22-51,34 186-280,-6-59 0,13 475 0,-41-388 0,1-253 0,0 0 0,0 0 0,0 0 0,0 0 0,0 0 0,0 0 0,0 0 0,0 1 0,0-1 0,1 0 0,-1 0 0,0 0 0,0 0 0,0 0 0,0 0 0,0 1 0,0-1 0,0 0 0,0 0 0,0 0 0,0 0 0,0 0 0,0 1 0,0-1 0,0 0 0,0 0 0,0 0 0,0 0 0,0 0 0,-1 0 0,1 1 0,0-1 0,0 0 0,0 0 0,0 0 0,0 0 0,0 0 0,0 0 0,0 0 0,0 0 0,0 1 0,-1-1 0,1 0 0,0 0 0,0 0 0,0 0 0,0 0 0,0 0 0,0 0 0,-1 0 0,1 0 0,0 0 0,0 0 0,0 0 0,0 0 0,0 0 0,0 0 0,-1 0 0,1 0 0,0 0 0,0 0 0,-7-10 0,-4-16 0,-3-11 0,-3 1 0,-1 0 0,-30-43 0,-19-39 0,62 107 0,0 1 0,0 0 0,0 0 0,-1 0 0,-12-15 0,17 24 0,0 0 0,0 0 0,0 0 0,0-1 0,0 1 0,0 0 0,0 0 0,-1 1 0,1-1 0,0 0 0,-1 0 0,1 1 0,0-1 0,-1 0 0,1 1 0,-1 0 0,1-1 0,-1 1 0,1 0 0,-1 0 0,1 0 0,-1 0 0,1 0 0,-1 0 0,1 0 0,-1 0 0,1 1 0,-1-1 0,1 0 0,-1 1 0,1 0 0,-1-1 0,1 1 0,0 0 0,-1-1 0,1 1 0,0 0 0,0 0 0,0 0 0,-1 0 0,1 1 0,-1 1 0,-4 4 0,1 0 0,0 0 0,0 0 0,1 1 0,0-1 0,0 1 0,-3 11 0,-15 61 0,16-54 0,-15 59 0,-49 226 0,45-204 0,21-93 0,-1 1 0,-1-1 0,0 0 0,-1 0 0,-9 13 0,15-26 0,0 1 0,0-1 0,0 1 0,0-1 0,-1 0 0,1 1 0,-1-1 0,1 0 0,-1 0 0,1 0 0,-1 0 0,1 0 0,-1 0 0,0 0 0,0-1 0,1 1 0,-1-1 0,0 1 0,0-1 0,0 0 0,0 1 0,1-1 0,-1 0 0,0 0 0,0 0 0,0-1 0,0 1 0,0 0 0,1-1 0,-1 1 0,0-1 0,0 0 0,1 1 0,-1-1 0,0 0 0,1 0 0,-1 0 0,1 0 0,-1-1 0,1 1 0,0 0 0,-2-2 0,-5-5 0,0 1 0,1-1 0,1 0 0,-1-1 0,1 0 0,-6-11 0,-76-170 0,21 40 0,36 79 0,-25-89 0,2 5 0,-34-45 0,61 140 0,18 43 0,8 20 0,13 29 0,0-9 0,2 1 0,21 26 0,-27-40 0,1-1 0,0 0 0,0-1 0,0 0 0,1 0 0,0-1 0,15 8 0,-12-8 0,-1-1 0,1 0 0,0-1 0,0-1 0,1 0 0,0-1 0,-1 0 0,1-1 0,0 0 0,0-1 0,0-1 0,0 0 0,0-1 0,0-1 0,0 0 0,0-1 0,-1 0 0,1-1 0,12-6 0,-10 3 0,0 0 0,-1-1 0,0-1 0,-1 0 0,0-1 0,0-1 0,-1 0 0,0-1 0,-1-1 0,10-13 0,-9 9 0,-1 0 0,0-1 0,-2 0 0,0-1 0,-1 0 0,-1-1 0,11-37 0,17-71 0,-19 74 0,-2 0 0,-3-2 0,9-85 0,-9 58 0,-11 81 0,-1 1 0,0-1 0,1 1 0,-1 0 0,0-1 0,0 1 0,0-1 0,0 1 0,0 0 0,-1-1 0,1 1 0,0-1 0,-1 1 0,1 0 0,-1-1 0,1 1 0,-1 0 0,1 0 0,-1-1 0,0 1 0,0 0 0,0 0 0,0 0 0,0 0 0,0 0 0,0 0 0,0 0 0,0 0 0,0 1 0,0-1 0,-1 0 0,1 1 0,0-1 0,0 0 0,-1 1 0,1 0 0,0-1 0,-1 1 0,1 0 0,-1 0 0,1-1 0,0 1 0,-1 0 0,1 1 0,-3-1 0,-3 0 0,0 1 0,0 0 0,0 0 0,0 1 0,0 0 0,0 0 0,-12 5 0,-50 34 0,36-21 0,-37 16 0,-401 189 0,143-59 0,308-156 0,1 1 0,0 0 0,-30 26 0,41-31 0,2 1 0,-1 1 0,0-1 0,1 1 0,1 0 0,-1 1 0,2-1 0,-1 1 0,1 0 0,-6 17 0,6-11 0,0 0 0,0 1 0,2 0 0,0 0 0,0 0 0,2-1 0,2 27 0,-1-34 0,0 0 0,1 0 0,0 0 0,0 0 0,1 0 0,0 0 0,1-1 0,-1 0 0,1 1 0,1-1 0,-1 0 0,1-1 0,1 1 0,-1-1 0,1 0 0,10 7 0,-3-3 0,0 0 0,1-2 0,0 1 0,1-2 0,0 0 0,0-1 0,18 5 0,-26-9 0,0 0 0,1-1 0,-1 0 0,0 0 0,1 0 0,-1-1 0,1-1 0,-1 1 0,1-1 0,-1 0 0,0-1 0,0 0 0,1 0 0,-1 0 0,0-1 0,-1 0 0,1-1 0,6-3 0,-3-1 0,-1-1 0,0 0 0,-1 0 0,0-1 0,0 0 0,-1-1 0,11-19 0,2-3 0,-20 32 0,1 1 0,-1 0 0,0-1 0,0 1 0,0 0 0,1 0 0,-1-1 0,0 1 0,1 0 0,-1 0 0,0-1 0,0 1 0,1 0 0,-1 0 0,0 0 0,1-1 0,-1 1 0,1 0 0,-1 0 0,0 0 0,1 0 0,-1 0 0,0 0 0,1 0 0,-1 0 0,0 0 0,1 0 0,-1 0 0,1 0 0,-1 0 0,0 0 0,1 0 0,-1 0 0,0 1 0,1-1 0,-1 0 0,0 0 0,1 0 0,-1 1 0,0-1 0,1 0 0,-1 0 0,0 0 0,0 1 0,1-1 0,-1 0 0,0 1 0,0-1 0,0 0 0,1 1 0,-1-1 0,0 0 0,0 1 0,0 0 0,11 22 0,-9-20 0,2 8 0,2-1 0,-1 0 0,1 0 0,1-1 0,0 1 0,12 12 0,-18-21 0,-1-1 0,1 0 0,-1 0 0,1 1 0,-1-1 0,1 0 0,0 0 0,-1 0 0,1 1 0,-1-1 0,1 0 0,-1 0 0,1 0 0,0 0 0,-1 0 0,1 0 0,-1 0 0,1 0 0,-1-1 0,1 1 0,-1 0 0,1 0 0,0 0 0,-1-1 0,1 1 0,-1 0 0,1 0 0,-1-1 0,1 1 0,-1 0 0,0-1 0,1 1 0,-1-1 0,1 1 0,-1-1 0,0 1 0,1-1 0,-1 1 0,0-1 0,0 1 0,1-1 0,-1 1 0,0-1 0,0 1 0,0-1 0,0 1 0,0-2 0,13-34 0,-12 30 0,23-83 0,-4-1 0,-3 0 0,4-105 0,-22 315 0,-12 227 0,-17-106 0,-11-3 0,-107 359 0,133-531 0,12-49 0,-1 0 0,0 0 0,-8 18 0,11-32 0,0 0 0,0-1 0,0 1 0,0-1 0,-1 1 0,1-1 0,-1 0 0,0 1 0,0-1 0,0 0 0,0 0 0,0 0 0,0-1 0,0 1 0,-1 0 0,1-1 0,-1 0 0,1 1 0,-1-1 0,1 0 0,-1 0 0,0 0 0,1-1 0,-1 1 0,0-1 0,0 1 0,0-1 0,0 0 0,1 0 0,-1 0 0,-4-1 0,2-1 0,1 1 0,-1-1 0,1 1 0,-1-1 0,1-1 0,0 1 0,0 0 0,0-1 0,0 0 0,0 0 0,1 0 0,-1-1 0,1 1 0,0-1 0,0 0 0,0 0 0,1 0 0,-3-4 0,-8-23 0,0 0 0,3 0 0,-8-37 0,-4-13 0,-39-88 0,-16-60 0,71 209 0,2-1 0,1 0 0,0 0 0,2 0 0,1-30 0,5-157 0,-6 149 0,2 39 0,2-1 0,-1 1 0,2 0 0,8-26 0,4-18 0,103-793 0,-112 591 0,-7 264 0,-1 4 0,-1 11 0,-3 23 0,-99 665-451,39-283 243,-82 424 208,145-830 66,-1-1 0,-1 0 0,0 1 0,-8 16 0,12-27-57,-1 1 1,0 0-1,0 0 0,0-1 1,0 1-1,0 0 1,-1-1-1,1 0 1,0 1-1,-1-1 0,1 1 1,-1-1-1,1 0 1,-1 0-1,0 0 0,0 0 1,1 0-1,-1-1 1,0 1-1,0 0 0,0-1 1,0 1-1,0-1 1,1 0-1,-1 1 1,0-1-1,0 0 0,0 0 1,0-1-1,0 1 1,0 0-1,0-1 0,0 1 1,-3-2-1,2 1-9,0-1 0,1 0 0,-1 0 0,0 0 0,1 0 0,0 0 0,-1 0 0,1-1 0,0 1 0,0-1 0,1 1 0,-1-1 0,-2-4 0,-18-44 0,14 29 0,-189-473 0,154 378 0,17 42 0,-3 1 0,-46-82 0,58 135 0,17 21 0,-1 0 0,1 0 0,0 0 0,0 0 0,-1-1 0,1 1 0,0 0 0,-1 0 0,1 0 0,0 0 0,0 0 0,-1 0 0,1 0 0,0 0 0,-1 0 0,1 0 0,0 0 0,0 0 0,-1 0 0,1 0 0,0 1 0,-1-1 0,1 0 0,0 0 0,0 0 0,-1 0 0,1 0 0,0 1 0,0-1 0,0 0 0,-1 0 0,1 0 0,0 1 0,0-1 0,0 0 0,-1 0 0,1 1 0,0-1 0,0 0 0,0 1 0,-1 2 0,0 1 0,0-1 0,1 1 0,-1 0 0,1-1 0,0 1 0,0 0 0,1-1 0,-1 1 0,2 5 0,6 35 0,2-1 0,2 0 0,33 80 0,-44-121 0,0 0 0,0 0 0,0 0 0,0-1 0,0 1 0,1 0 0,-1 0 0,0-1 0,1 1 0,-1-1 0,1 1 0,0-1 0,-1 0 0,1 1 0,0-1 0,2 1 0,-3-2 0,-1 0 0,1 0 0,-1 0 0,1 0 0,-1 0 0,1 0 0,-1 0 0,1 0 0,-1 0 0,1-1 0,-1 1 0,1 0 0,-1 0 0,1 0 0,-1-1 0,1 1 0,-1 0 0,0 0 0,1-1 0,-1 1 0,1-1 0,-1 1 0,0 0 0,1-1 0,8-21 0,-3-24 0,-2 0 0,-1 0 0,-7-70 0,2 26 0,1 59 0,0-41 0,2 66 0,-1 0 0,1 1 0,0-1 0,0 1 0,1-1 0,0 1 0,0 0 0,0-1 0,5-7 0,-6 12 0,-1 0 0,1 0 0,0 0 0,0 1 0,0-1 0,0 0 0,-1 0 0,1 0 0,1 1 0,-1-1 0,0 0 0,0 1 0,0-1 0,0 1 0,0-1 0,0 1 0,1 0 0,-1 0 0,0-1 0,0 1 0,1 0 0,-1 0 0,0 0 0,0 0 0,1 0 0,-1 0 0,2 1 0,37 16 0,-37-14 0,1-1 0,0 0 0,0 0 0,0-1 0,0 1 0,0-1 0,0 0 0,0 0 0,6 1 0,-9-2 0,-1 0 0,1-1 0,0 1 0,0 0 0,0 0 0,0 0 0,-1-1 0,1 1 0,0-1 0,0 1 0,0 0 0,-1-1 0,1 0 0,0 1 0,-1-1 0,1 1 0,-1-1 0,1 0 0,0 1 0,0-2 0,0-1 0,0 1 0,0-1 0,1 0 0,-2 0 0,1 0 0,0 0 0,-1 0 0,1-5 0,-1 0 0,0 0 0,-1-1 0,0 1 0,-1 0 0,1 0 0,-2 0 0,1 0 0,-1 0 0,-4-8 0,7 16 0,0 0 0,0 1 0,0-1 0,0 0 0,0 0 0,0 0 0,0 1 0,0-1 0,0 0 0,0 0 0,0 0 0,0 0 0,0 1 0,-1-1 0,1 0 0,0 0 0,0 0 0,0 0 0,0 0 0,0 1 0,0-1 0,-1 0 0,1 0 0,0 0 0,0 0 0,0 0 0,0 0 0,-1 0 0,1 0 0,0 1 0,0-1 0,0 0 0,0 0 0,-1 0 0,1 0 0,0 0 0,0 0 0,0 0 0,-1 0 0,1 0 0,0 0 0,0 0 0,0 0 0,0-1 0,-1 1 0,1 0 0,0 0 0,0 0 0,0 0 0,0 0 0,-1 0 0,1 0 0,0 0 0,0 0 0,0-1 0,0 1 0,0 0 0,-1 0 0,-1 18 0,-1 21 0,2-1 0,2 0 0,1 1 0,2-1 0,1 0 0,17 58 0,33 127 0,-50-190 0,-1-1 0,-1 52 0,-3-84 0,0 0 0,1 0 0,-1 0 0,0 0 0,0 1 0,0-1 0,0 0 0,0 0 0,0 0 0,0 0 0,0 1 0,0-1 0,0 0 0,0 0 0,0 0 0,0 0 0,0 0 0,0 1 0,0-1 0,0 0 0,0 0 0,0 0 0,0 0 0,0 1 0,0-1 0,0 0 0,-1 0 0,1 0 0,0 0 0,0 0 0,0 0 0,0 1 0,0-1 0,0 0 0,0 0 0,-1 0 0,1 0 0,0 0 0,0 0 0,0 0 0,0 0 0,0 0 0,-1 1 0,1-1 0,0 0 0,0 0 0,0 0 0,0 0 0,-1 0 0,-6-8 0,-3-13 0,10 20 0,0 1 0,0-1 0,0 1 0,-1-1 0,1 0 0,0 1 0,0-1 0,0 1 0,0-1 0,-1 1 0,1-1 0,0 1 0,0-1 0,-1 1 0,1 0 0,0-1 0,-1 1 0,1-1 0,0 1 0,-1 0 0,1-1 0,-1 1 0,1 0 0,-1-1 0,1 1 0,-1 0 0,1 0 0,-2-1 0,-2 17 0,3 43 0,1-49 0,76 1583-859,-14-1236 1054,-48-288 326,-7-16-476,-2 1 0,-2 0-1,-5 61 1,0-57-57,2-1 0,12 89 0,-3-108 12,1 0 0,3 0 0,0-2 0,3 1 0,1-2 0,1 0 0,2-1 0,37 48 0,29 15 0,-76-85 0,-8-10 0</inkml:trace>
  <inkml:trace contextRef="#ctx0" brushRef="#br0" timeOffset="1">641 9921 23303,'-44'-102'-235,"-31"-99"-220,-85-362 0,34-118-899</inkml:trace>
  <inkml:trace contextRef="#ctx0" brushRef="#br0" timeOffset="-2.41836E6">11 6619 24575,'-1'-7'0</inkml:trace>
  <inkml:trace contextRef="#ctx0" brushRef="#br0" timeOffset="-2.41836E6">2 6426 24575,'1'-57'0,"1"48"0,0 0 0,0 1 0,1-1 0,0 1 0,0 0 0,1 0 0,0 0 0,0 0 0,1 1 0,0 0 0,0 0 0,11-11 0,8-6 0,53-40 0,-45 39 0,-16 12 0,0 1 0,0 1 0,1 1 0,0 0 0,1 1 0,27-9 0,-31 14 0,-1 0 0,1 1 0,0 1 0,0 0 0,0 1 0,0 1 0,0 0 0,-1 1 0,1 0 0,16 4 0,-4 2 0,0 1 0,-1 2 0,0 0 0,0 2 0,-1 0 0,0 2 0,-2 0 0,1 2 0,27 25 0,17 22 0,84 99 0,-116-120 0,-2 2 0,-3 1 0,-1 1 0,37 79 0,-58-104 0,-1-1 0,0 1 0,-2 0 0,0 1 0,-2-1 0,0 1 0,-1 25 0,-1-45 0,-1-1 0,0 1 0,0 0 0,0 0 0,0 0 0,-1-1 0,1 1 0,0 0 0,-1 0 0,1-1 0,-1 1 0,-1 2 0,2-4 0,0 0 0,-1 1 0,1-1 0,0 0 0,-1 0 0,1 0 0,0 0 0,-1 0 0,1 0 0,0 0 0,-1 0 0,1 0 0,0 0 0,-1 0 0,1 0 0,-1 0 0,1 0 0,0 0 0,-1 0 0,1-1 0,0 1 0,0 0 0,-1 0 0,1 0 0,0-1 0,-1 1 0,1 0 0,0 0 0,0 0 0,-1-1 0,1 1 0,0 0 0,0-1 0,0 1 0,-1 0 0,1-1 0,-30-46 0,21 30 0,-422-827-640,393 764 626,-172-348 14,137 282 0,73 144 8,-1 1-1,0-1 0,1 1 1,-1 0-1,0-1 0,0 1 0,1 0 1,-1 0-1,0-1 0,-1 1 1,1 0-1,0 0 0,-2-1 1,3 2-2,0 0 1,-1 0 0,1 1 0,0-1 0,-1 0-1,1 0 1,0 1 0,0-1 0,-1 0 0,1 0-1,0 1 1,0-1 0,-1 0 0,1 1 0,0-1 0,0 0-1,0 1 1,0-1 0,-1 0 0,1 1 0,0-1-1,0 0 1,0 1 0,0-1 0,0 1 0,0-1-1,0 0 1,0 1 0,0-1 0,0 0 0,0 1 0,0-1-1,0 9 76,1 0 0,0 0 0,3 15-1,38 117-81,102 228 0,-60-165 0,-24-54 0,240 593 0,-281-693 0,15 65 0,3 7 0,-21-88 0,-7-25 0,-9-9 0,1-1 0,-1 0 0,1 1 0,-1-1 0,1 0 0,-1 1 0,0-1 0,1 0 0,-1 1 0,0-1 0,0 0 0,1 0 0,-1 0 0,0 1 0,0-1 0,0 0 0,0 0 0,0 0 0,0 1 0,0-1 0,-1-1 0,0-30 0,-3 1 0,0 0 0,-11-37 0,1 4 0,-10-129 0,18 167 0,6 26 0,0 0 0,0 0 0,-1 0 0,1 0 0,0-1 0,0 1 0,-1 0 0,1 0 0,0 0 0,0 0 0,-1 0 0,1 0 0,0 0 0,0 0 0,-1 0 0,1 0 0,0 0 0,0 0 0,-1 0 0,1 0 0,0 0 0,-1 0 0,1 0 0,0 0 0,0 0 0,-1 0 0,1 0 0,0 0 0,0 0 0,-1 1 0,1-1 0,0 0 0,0 0 0,0 0 0,-1 1 0,1-1 0,0 0 0,0 0 0,0 0 0,0 1 0,-1-1 0,-3 7 0,-1-1 0,1 1 0,1 0 0,-4 9 0,-8 23 0,2 1 0,2 1 0,-9 62 0,14-69 0,-19 64 0,15-62 0,-10 66 0,19-90 0,1-8 0,0 1 0,0-1 0,0 0 0,-1 0 0,0 1 0,0-1 0,0 0 0,0 0 0,-1 0 0,1 0 0,-1 0 0,0 0 0,0 0 0,-5 5 0,6-8 0,0-1 0,0 1 0,0-1 0,0 0 0,0 0 0,0 1 0,0-1 0,0 0 0,0 0 0,0 0 0,0 0 0,0 0 0,0 0 0,0 0 0,0 0 0,0-1 0,1 1 0,-1 0 0,0-1 0,0 1 0,0 0 0,0-1 0,0 1 0,0-1 0,0 1 0,1-1 0,-1 0 0,0 1 0,1-1 0,-1 0 0,0 0 0,1 1 0,-1-1 0,0-1 0,-22-31 0,-2-16 0,-35-92 0,-6-62 0,42 124 0,-48-138 0,-38-124 0,27 96 0,37 118 0,40 107 0,1-1 0,1 0 0,0 0 0,0-33 0,6-89 0,1 51 0,-3 74 0,-1 1 0,0 0 0,-2 0 0,0 0 0,0 1 0,-2-1 0,0 1 0,-1 0 0,-9-17 0,14 29 0,-13-23 0,13 29 0,6 18 0,19 78 0,23 191 0,-31 105 0,-18 122 0,3-492 0,2 1 0,1-1 0,0 0 0,2 0 0,10 25 0,0 6 0,-8-20 0,4 38 0,-3-15 0,1 13 0,2 100 0,-14 76 0,0-71 0,5-114 0,13 77 0,-5-64 0,-6-33 0,2 0 0,1-1 0,3 0 0,25 64 0,-29-84 0,0 0 0,-1 0 0,-2 0 0,3 28 0,-4-25 0,1 0 0,1 0 0,10 25 0,-6-23 0,-2 0 0,0 0 0,-2 0 0,4 44 0,-7 107 0,-3-110 0,2-47 0,1 0 0,1 0 0,7 25 0,-5-22 0,5 43 0,-6-4 0,-8 99 0,3-153 0,-1 0 0,0 0 0,-1 0 0,1 0 0,-1 0 0,-1 0 0,0-1 0,0 0 0,0 0 0,-1 0 0,0 0 0,0-1 0,-1 1 0,0-1 0,0-1 0,0 1 0,-1-1 0,0 0 0,0-1 0,0 0 0,0 0 0,-1 0 0,0-1 0,0 0 0,0 0 0,-16 2 0,10-3 0,1 0 0,-1-1 0,0-1 0,0-1 0,0 0 0,-14-2 0,21 1 0,0 0 0,0 0 0,0 0 0,0-1 0,1 0 0,-1 0 0,1-1 0,0 0 0,0 0 0,0 0 0,0-1 0,1 0 0,-7-8 0,-72-91 0,83 104 0,1-1 0,-1 0 0,1 0 0,-1 1 0,1-1 0,-1 1 0,0-1 0,1 0 0,-1 1 0,0-1 0,1 1 0,-1 0 0,0-1 0,0 1 0,0 0 0,1-1 0,-1 1 0,0 0 0,0 0 0,0 0 0,0-1 0,1 1 0,-1 0 0,-2 0 0,2 1 0,1 0 0,-1-1 0,0 1 0,0-1 0,1 1 0,-1 0 0,0 0 0</inkml:trace>
  <inkml:trace contextRef="#ctx0" brushRef="#br0" timeOffset="-1">3106 10232 24575,'120'-478'0,"141"-476"-164,466-1523-1638,-419 1470 902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04:28.357"/>
    </inkml:context>
    <inkml:brush xml:id="br0">
      <inkml:brushProperty name="width" value="0.35" units="cm"/>
      <inkml:brushProperty name="height" value="0.35" units="cm"/>
      <inkml:brushProperty name="color" value="#FFFFFF"/>
    </inkml:brush>
  </inkml:definitions>
  <inkml:trace contextRef="#ctx0" brushRef="#br0">1088 322 24575,'23'-1'0,"0"-2"0,1 0 0,-1-2 0,41-13 0,-17 4 0,264-62-194,3 13-1,2 14 1,-153 31 94</inkml:trace>
  <inkml:trace contextRef="#ctx0" brushRef="#br0" timeOffset="2.19363E6">741 72 21412,'-256'18'-180,"144"-6"126,42-6 104,0 3 0,-104 28 0,169-36 144,0 1 0,0 0 0,0 0 0,0 1 0,0-1 0,1 1 0,-1 0 0,-4 4 1,8-6-157,0 0 0,0 0 1,1 0-1,-1 0 1,0 0-1,0 0 1,1 0-1,-1 0 1,0 0-1,1 0 1,-1 1-1,1-1 1,0 0-1,-1 0 1,1 1-1,0-1 1,0 0-1,-1 0 1,1 1-1,0-1 1,0 0-1,1 1 1,-1-1-1,0 0 1,0 0-1,1 1 0,-1-1 1,1 0-1,-1 0 1,1 0-1,-1 1 1,1-1-1,0 0 1,-1 0-1,1 0 1,0 0-1,0 0 1,1 1-1,7 6-38,1 0 0,0 0 0,1-1 0,-1 0 0,1-1 0,1 0 0,-1 0 0,19 5 0,-7-2 0,884 298 0,-876-298 0,321 85 0,-291-81 0,1-3 0,0-3 0,109-1 0,-143-8 0,-124-3 0,6 5 0,-78-1 0,163 1 0,-1-1 0,0 1 0,1-1 0,-1 0 0,0 0 0,1-1 0,-1 0 0,1 0 0,0 0 0,-7-4 0,12 6 0,-1 0 0,1-1 0,-1 1 0,1 0 0,-1-1 0,1 1 0,0-1 0,-1 1 0,1-1 0,-1 1 0,1-1 0,0 1 0,0-1 0,-1 1 0,1-1 0,0 1 0,0-1 0,-1 0 0,1 1 0,0-1 0,0 1 0,0-1 0,0 0 0,0 1 0,0-1 0,0 0 0,0 1 0,0-1 0,0 1 0,1-1 0,-1 0 0,0 1 0,0-1 0,0 1 0,1-1 0,-1 1 0,0-1 0,1 1 0,-1-1 0,1 1 0,-1-1 0,0 1 0,1-1 0,-1 1 0,1 0 0,-1-1 0,1 1 0,-1 0 0,1-1 0,-1 1 0,1 0 0,1-1 0,32-14 0,20 0 0,105-16 0,62 8 0,-80 9 0,574-89 0,-678 98 0,65 0 0,-14 2 0,-68 0 0,38-9 0,-39 7 0,0 0 0,24-1 0,-3 4 0,-7 1 0,54-10 0,29-7 0,-301 11 0,-562-19 0,742 26 0,1 1 0,-1-1 0,1 0 0,0-1 0,0 1 0,0-1 0,-1 1 0,1-1 0,-5-2 0,9 3 0,0 0 0,-1 0 0,1 0 0,0 0 0,0-1 0,-1 1 0,1 0 0,0 0 0,0 0 0,0 0 0,-1 0 0,1-1 0,0 1 0,0 0 0,0 0 0,0 0 0,-1-1 0,1 1 0,0 0 0,0 0 0,0 0 0,0-1 0,0 1 0,0 0 0,0 0 0,0-1 0,-1 1 0,1 0 0,0 0 0,0-1 0,0 1 0,0 0 0,0 0 0,0-1 0,1 1 0,-1 0 0,0 0 0,0-1 0,0 1 0,0 0 0,0 0 0,0 0 0,0-1 0,0 1 0,0 0 0,1 0 0,-1-1 0,0 1 0,0 0 0,1 0 0,12-9 0,12-1 0,-1 1 0,1 1 0,1 1 0,41-6 0,109-4 0,-170 17 0,536-8 0,-503 8 0,-35 0 0,1 0 0,0 1 0,-1-1 0,1 1 0,-1 0 0,1 0 0,6 3 0,-11-4 0,1 0 0,-1 0 0,0 0 0,0 0 0,1 1 0,-1-1 0,0 0 0,0 0 0,1 0 0,-1 1 0,0-1 0,0 0 0,0 0 0,1 1 0,-1-1 0,0 0 0,0 0 0,0 1 0,0-1 0,0 0 0,0 0 0,0 1 0,1-1 0,-1 0 0,0 1 0,0-1 0,0 0 0,0 1 0,0-1 0,0 0 0,-1 0 0,1 1 0,0-1 0,0 0 0,0 1 0,0-1 0,0 0 0,0 0 0,0 1 0,-1-1 0,0 2 0,-1 0 0,0 0 0,0-1 0,0 1 0,0 0 0,0-1 0,0 0 0,-1 1 0,-2 0 0,-103 46 0,-167 49 0,190-69 0,-66 24 0,-197 59 0,281-96 0,30-8 0,-68 25 0,102-31 0,-23 10 0,19-4 0,14-2 0,20-2 0,0 0 0,0-1 0,44-4 0,84-16 0,-131 15 0,373-69 0,-64 10 0,-280 55 0,88 1 0</inkml:trace>
  <inkml:trace contextRef="#ctx0" brushRef="#br0" timeOffset="2.19363E6">3425 614 24575,'-5'2'0,"-87"40"0,58-25 0,-1-1 0,-1-2 0,0-1 0,-41 8 0,-22-1 0,30-5 0,-1-2 0,-1-4 0,-70 0 0,131-9 0,1 0 0,0 1 0,-1 0 0,-16 4 0,22-4 0,0 1 0,0-1 0,0 1 0,1 0 0,-1 0 0,0 0 0,1 1 0,-1-1 0,1 1 0,0 0 0,0 0 0,-6 6 0,6-4 0,-14 17 0,-23 40 0,37-56 0,-1 0 0,0 0 0,-1-1 0,1 1 0,-1-1 0,0 0 0,0 0 0,-1 0 0,1-1 0,-1 0 0,0 0 0,0 0 0,0-1 0,-1 0 0,-12 4 0,-4-1 0,-1 0 0,0-2 0,-32 2 0,-17 2 0,20 1 0,1-4 0,-65 0 0,258 19 0,92-17 0,49 6 0,-101 0 0,-60-5 0,-30 6 0,-59-8 0,35 3 0</inkml:trace>
  <inkml:trace contextRef="#ctx0" brushRef="#br0" timeOffset="2.19363E6">3114 1203 24575,'-52'-6'0,"-209"-50"0,254 55 0,-28-6 0,1 2 0,-1 2 0,0 1 0,-43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03:25.665"/>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1,'2575'0,"-2545"1,1 2,41 10,-39-7,58 5,-5-12,-58-1,-1 2,1 0,0 2,51 11,60 26,-115-34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85"/>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1534 809,'114'-26,"622"-65,-620 81,684-42,-790 52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87"/>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177 809,'-11'-428,"11"856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86"/>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3487 0,'-48'15,"-1"-3,-1-2,0-1,-58 1,69-11,19 0,0 1,0 1,-1 0,-35 9,24-3,0-1,0-1,-40 0,-102-7,70 0,-1232 2,1109 16,-18 1,422 6,163 8,246 12,-501-38,0 4,103 25,-64-20,-72-10,-48-4,0 1,0 0,0 0,0 0,-1 0,1 1,-1 0,6 2,-9-4,1 1,-1-1,1 0,-1 1,1-1,0 1,-1-1,1 1,-1-1,0 1,1-1,-1 1,1-1,-1 1,0 0,0-1,1 1,-1 0,0-1,0 1,0 0,1-1,-1 1,0 0,0-1,0 1,0 0,0-1,-1 1,1 0,0-1,0 1,0 0,0-1,-1 1,1 0,0-1,-1 1,1-1,-1 1,1-1,0 1,-1 0,1-1,-1 0,1 1,-1-1,0 1,1-1,-1 0,1 1,-2-1,-6 5,0 0,-1-1,1 0,-1 0,0-1,0 0,0 0,-15 1,-82 5,75-8,-801 8,545-12,-374 2,655 1,0 0,1 0,-1-1,0 0,1 0,-1 0,1-1,-9-3,12 4,1 0,0 1,-1-1,1 0,0 0,0 0,0 0,0 0,0-1,0 1,0 0,0 0,1 0,-1-1,0 1,1-1,-1 1,1 0,0-1,-1 1,1-1,0 1,0-1,0 1,0-1,0 1,0-1,0 1,0-1,1 1,-1-1,0 1,1 0,0-1,-1 1,1 0,1-3,4-5,0 0,0 0,1 0,0 1,0 0,1 0,12-9,-8 7,0-1,12-15,-23 25,0 0,-1 0,1 0,-1 0,1 0,-1 1,1-1,-1 0,1 0,-1 0,0 0,0 0,1 0,-1 0,0-1,0 1,0 0,0 0,0 0,0 0,-1 0,1 0,0 0,0 0,-1 0,1 0,-1 0,1 0,-1 0,1 1,-1-1,1 0,-1 0,0 0,0 1,1-1,-1 0,-1 0,-5-4,1 1,-1 0,1 0,-12-3,5 1,-18-9,-1 1,-63-17,81 27,-1 1,1 0,-1 2,0-1,0 2,1 0,-1 1,0 0,-22 6,33-6,1 1,-1-1,0 1,1 0,-1 0,1 1,0-1,0 1,0 0,0-1,0 1,0 1,1-1,-1 0,1 1,0-1,0 1,1-1,-1 1,1 0,-1 0,1 0,-1 7,-1 10,0 0,1 0,2 29,0-26,0 103,5 0,29 158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82"/>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2676 643,'-379'-23,"-410"-37,8-38,687 85,-111 0,-87 14,157 1,238-8,0-4,150-35,-98 15,142-24,1231-201,-1275 217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81"/>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1649 1,'-1162'0,"1155"0,0 0,1 0,-1 1,-12 3,18-4,1 0,-1 0,0 1,0-1,0 0,1 1,-1-1,0 0,1 1,-1-1,0 1,1-1,-1 1,0-1,1 1,-1-1,1 1,-1 0,1-1,-1 1,1 0,0 0,-1-1,1 1,0 0,0 0,-1-1,1 1,0 0,0 0,0 0,0-1,0 1,0 0,0 0,0 0,0-1,1 1,-1 0,0 0,0 0,1-1,-1 1,0 0,1-1,-1 1,1 0,-1-1,1 1,-1 0,1-1,1 2,4 5,0-1,1 1,0-1,0 0,1-1,0 0,0 0,0-1,14 6,86 27,-107-37,97 25,2-4,169 14,209-26,-470-10,0 1,0 0,0 1,0 0,9 2,-16-3,-1 0,0 0,1 0,-1 0,1 0,-1 0,0 0,1 1,-1-1,1 0,-1 0,0 0,1 1,-1-1,0 0,1 0,-1 1,0-1,0 0,1 1,-1-1,0 0,0 1,1-1,-1 0,0 1,0-1,0 1,0-1,0 0,1 1,-11 9,-23 4,-122 29,-208 31,342-71,-882 99,747-102,366 0,-50-2,1447 2,-1583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80"/>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6 906,'0'-906,"3"960,11 65,-6-63,0 60,-8 445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8"/>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457 792,'55'5,"-1"2,0 3,66 20,-1-1,116 15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7"/>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275 77,'-105'4,"67"-6,27 1,-1 0,0 0,1 2,-1-1,1 1,-1 1,-20 5,31-7,0 1,0-1,0 0,0 1,0 0,0-1,0 1,0-1,0 1,0 0,0 0,0-1,1 1,-1 0,0 0,0 0,1 0,-1 0,0 2,1-2,0-1,0 1,0 0,0 0,0 0,0-1,1 1,-1 0,0-1,1 1,-1 0,0 0,1-1,-1 1,1-1,-1 1,1 0,-1-1,1 1,-1-1,1 1,0 0,5 2,0 1,0 0,1-1,-1-1,12 5,40 10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77"/>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430 537,'201'38,"51"-2,0-11,377-10,-628-15,34-4,-35 4,0 0,1 0,-1 0,1 0,-1 0,1 0,-1 0,1 0,-1 0,0 0,1 0,-1 0,1-1,-1 1,0 0,1 0,-1-1,1 1,-1 0,0 0,1-1,-1 1,0 0,1-1,-1 1,0 0,0-1,1 1,-1-1,0 1,0 0,0-1,0 1,0-1,1 1,-1-1,0 1,0-1,0 1,0 0,0-1,0 1,0-1,0 1,-1-1,1 1,0-1,0 1,0 0,0-1,-1 1,1-1,0 1,0 0,-1-1,1 1,0 0,-1-1,1 1,0 0,-1-1,1 1,0 0,-1 0,1 0,-1-1,-16-9,1 0,-1 1,-1 1,0 0,0 2,0 0,-21-4,10 2,-25-8,-105-27,133 38,-1 0,1 2,-1 1,-28 2,222 1,-50 1,-24-2,-157-18,-339-66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7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1151 424,'303'49,"-227"-42,105-2,-165-6,-29-1,-331-9,-157-4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81"/>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1151 413,'29'0,"175"-8,291-47,-356 32,228-47,-356 67,31-9,-41 11,1 1,0-1,0 0,-1 0,1 1,0-1,-1 0,1-1,-1 1,1 0,-1 0,0-1,1 1,-1-1,0 1,0-1,1-2,-2 4,0-1,0 0,0 1,0-1,0 0,0 1,0-1,0 0,0 1,0-1,-1 1,1-1,0 0,-1 1,1-1,0 1,-1-1,1 0,0 1,-1-1,1 1,-1 0,1-1,-1 1,1-1,-1 1,0 0,1-1,-1 1,1 0,-2-1,-25-8,23 8,-35-8,-1 1,-78-3,-505-3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83"/>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1603 157,'224'36,"19"28,-242-64,1 0,-1 0,1 1,-1-1,1 1,-1-1,1 1,-1-1,1 1,-1 0,0-1,0 1,1 0,-1 0,0 0,0 0,0 0,0 0,0 1,0-1,1 2,-2-2,0 0,0-1,0 1,0-1,0 1,0 0,0-1,0 1,0-1,0 1,-1 0,1-1,0 1,0-1,-1 1,1-1,0 1,-1-1,1 1,0-1,-2 1,-19 12,-7-3,0-2,-1 0,-45 4,-95 3,126-13,-508 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84"/>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1151 285,'450'99,"-196"-45,-170-35,-17-3,0-2,1-4,105 4,-142-18,-31 4,0 0,1-1,-1 1,0 0,0 0,0 0,0-1,0 1,0 0,0-1,0 1,0 0,0 0,0-1,0 1,0 0,0 0,0-1,0 1,0 0,0 0,0-1,-1 1,1 0,0 0,0 0,0-1,0 1,0 0,-1 0,1 0,0-1,0 1,0 0,-1 0,1 0,0 0,0 0,-1-1,1 1,0 0,0 0,-1 0,1 0,0 0,0 0,-1 0,1 0,-61-23,-416-101,280 77,-113-30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64"/>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1093 634,'-14'11,"-34"29,-50 54,83-77,1 0,1 1,1 1,0 0,2 1,0 0,1 0,1 1,1 0,1 0,0 1,2 0,-3 33,6-24,2-1,0 1,2 0,1 0,2-1,1 0,1 0,2-1,14 32,-10-29,2-1,1-1,2 0,0-1,2-1,1-1,2-1,0-1,2-1,0-1,2-1,0-2,1-1,1-1,1-1,39 14,-18-12,0-3,2-2,-1-3,1-2,1-2,-1-3,1-2,0-2,63-9,-85 4,-1-1,1-2,-1-1,-1-2,0 0,0-3,-1 0,53-36,-20 12,90-61,-151 96,1 1,-1 0,0-1,0 1,0-1,0 0,0 0,-1 0,1 0,-1 0,0 0,0 0,0 0,0 0,0 0,-1-1,0 1,1 0,-1-1,0 1,-1 0,1-1,-1 1,1 0,-1 0,0-1,-2-3,-4-12,0 1,-1 1,-16-25,18 31,-20-28,-1 2,-3 0,-55-53,60 65,19 18,-1 1,0-1,0 2,-1-1,0 1,1 0,-2 1,1 0,-1 0,1 1,-1 0,0 0,0 1,0 0,0 1,-13-1,15 2,1 1,-1 0,0 0,1 0,0 1,-1 0,1 0,0 0,0 1,0 0,0 0,0 1,1-1,-1 1,1 1,0-1,1 1,-1-1,1 1,0 1,0-1,0 1,-4 8,-2 5,-15 41,23-54,0 0,0 0,0 1,1-1,0 1,1-1,-1 1,1-1,0 1,3 12,-3-17,1 0,-1-1,1 1,0 0,0 0,0 0,0-1,0 1,0 0,0-1,0 1,1-1,-1 0,1 1,-1-1,1 0,0 0,-1 0,1 0,3 1,-2-1,1 0,0 0,-1 0,1-1,0 0,-1 0,1 0,0 0,0 0,4-2,4-1,-1 0,1-1,-1 0,0-1,17-10,-7 2,34-30,-23 13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66"/>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1444 437,'-31'11,"-9"5,-46 27,32-12,1 2,10-3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4"/>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3163 1199,'-10'-15,"-37"-48,-3 3,-58-53,19 29,-3 3,-188-123,238 176,-2 3,0 2,-2 2,0 1,-2 3,0 2,-66-12,47 17,0 4,-1 3,-124 9,149-1,14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348 747,'2'24,"1"1,7 30,3 1,3 0,44 102,-14-62,4-2,4-2,4-2,4-4,4-1,102 101,-95-115,4-3,2-4,3-3,3-3,2-5,59 22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2"/>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1355 2300,'27'-24,"9"-11,37-48,108-171,-28-17,-129 218,-2-1,-2 0,17-78,-31 93,-2 1,-1-1,-2 0,-2 0,-10-69,9 100,0 0,0 0,-1 0,0 0,0 0,-1 1,0-1,0 1,-1 0,0 1,-9-11,-7-5,-43-34,54 48,-29-22,-1 2,-87-45,-99-26,151 72,0 3,10 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1"/>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1089 634,'301'104,"-221"-87,-57-14,0 2,0 1,22 9,-9 7,-36-21,1-1,-1 0,1 0,-1 1,1-1,-1 0,0 0,1 1,-1-1,1 1,-1-1,0 0,1 1,-1-1,0 1,1-1,-1 1,0-1,0 1,0-1,1 1,-1-1,0 1,0-1,0 1,0-1,0 1,0 0,0-1,0 1,0-1,0 1,0-1,0 1,-1-1,1 1,0-1,0 1,-1-1,1 1,0-1,0 1,-1-1,1 0,-1 1,1-1,0 1,-1-1,1 0,-1 1,1-1,-1 0,1 0,-1 1,1-1,-1 0,1 0,-1 0,1 0,-1 1,1-1,-1 0,1 0,-1 0,1 0,-2-1,-200 31,183-28,16-2,0 1,0-1,0 1,0 0,0 0,0 0,1 1,-1-1,0 1,1-1,-1 1,1 0,-1 0,1 0,0 0,0 1,0-1,0 0,0 1,1-1,-1 1,1 0,-1 0,1-1,0 1,0 0,1 0,-1 0,0 0,1 4,-2 10,1 1,0-1,2 1,2 19,-1-21,1 8,1 0,1-1,2 1,0-1,1-1,1 1,1-1,2-1,23 36,-23-40,2 1,0-2,0 0,2-1,0 0,0-1,2-1,-1-1,2 0,-1-1,25 9,-27-15,0-1,0 0,1-1,-1-1,1 0,-1-2,26-1,-42 1,0 0,0 0,0 0,-1 0,1 0,0 0,0 0,0 0,0 0,0 0,0 0,0 0,0 0,0 0,0 0,0-1,0 1,0 0,0 0,0 0,0 0,-1 0,1 0,0 0,0 0,0 0,0 0,0 0,0 0,0 0,0-1,0 1,0 0,0 0,0 0,0 0,0 0,0 0,0 0,0 0,0 0,1 0,-1 0,0 0,0-1,0 1,0 0,0 0,0 0,0 0,0 0,0 0,0 0,0 0,0 0,0 0,0 0,0 0,0 0,0 0,1 0,-1 0,-11-7,-17-7,-91-39,57 24,-109-35,146 52,19 8,19 6,35 13,47 22,-18-6,527 163,-588-190,45 10,-56-13,1 0,-1-1,0 0,0 0,1 0,-1-1,0 1,0-1,5-2,-8 3,-1-1,0 0,0 0,0 0,0 1,0-1,0 0,0 0,0 0,0-1,0 1,0 0,-1 0,1 0,0-1,-1 1,1 0,-1-1,0 1,1 0,-1-1,0 1,0 0,0-1,0 1,0-1,0 1,0 0,0-1,-1 1,1 0,0-1,-1 1,1 0,-1-1,-1-1,-2-7,0 1,-1-1,-9-14,-16-17,-2 1,-45-44,25 30,-77-75,110 113,0 1,-1 1,-1 0,0 2,-33-15,37 22,0 0,0 1,0 0,-1 2,1 0,-25 0,8 3,0 1,-46 10,16 3,1 2,1 4,1 2,1 3,1 2,1 3,2 2,-76 60,105-72,2 0,0 2,1 1,-25 33,38-41,0 0,1 0,0 1,2 1,0 0,1 0,0 0,-6 34,6-11,3 1,1-1,1 1,3 0,2 0,14 75,-12-91,2-1,0 1,2-1,1-1,1 0,1 0,0-1,2-1,1 0,-12-18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72"/>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950 634,'61'35,"24"9,129 49,-175-80,1-1,0-2,1-1,-1-2,2-3,-1 0,0-3,51-5,-207 4,38-2,-139 2,272-2,0-2,-1-2,105-27,-85 11,-2-3,92-45,16-8,-178 77,-1 0,1 0,-1 0,0 0,1-1,-1 1,0-1,0 0,0 0,-1 0,1 1,0-2,-1 1,1 0,-1 0,2-4,-3 5,1-1,-1 0,0 0,0 0,-1 1,1-1,0 0,-1 0,1 0,-1 1,1-1,-1 0,0 1,0-1,1 0,-1 1,0-1,-1 1,1 0,0-1,0 1,-1 0,1 0,0-1,-3 0,-16-12,0 0,0 1,-1 1,-25-9,-335-126,324 130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74"/>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1137 484,'969'213,"-742"-185,-178-25,0-2,77-9,-124 8,0 0,0 0,-1 0,1-1,0 1,0-1,0 0,-1 1,1-1,0 0,-1 0,3-1,-4 2,0-1,0 1,1 0,-1-1,0 1,0 0,0-1,0 1,1-1,-1 1,0 0,0-1,0 1,0-1,0 1,0 0,0-1,0 1,0-1,0 1,0 0,-1-1,1 1,0 0,0-1,0 1,0-1,0 1,-1 0,1-1,0 1,0 0,-1-1,-3-2,1 0,-1 0,0 0,0 1,0-1,0 1,0 0,0 0,-5-1,-292-82,-9 21,118 26,-18-7,184 40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7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1872 465,'-88'-4,"-107"-22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40:08.462"/>
    </inkml:context>
    <inkml:brush xml:id="br0">
      <inkml:brushProperty name="width" value="0.35" units="cm"/>
      <inkml:brushProperty name="height" value="0.35" units="cm"/>
      <inkml:brushProperty name="color" value="#FFFFFF"/>
    </inkml:brush>
  </inkml:definitions>
  <inkml:trace contextRef="#ctx0" brushRef="#br0">614 312 24575,'1300'78'-2139,"-1096"-52"2342,298 77 0,-479-96 370,1-1 0,37 4 0,-193-15-566,-254-43 0,165 2-7,-273-51 0,-4 35 0,457 59 0,1-1 0,0-3 0,-48-14 0,43 12 0,34 8 0,5-1 0</inkml:trace>
  <inkml:trace contextRef="#ctx0" brushRef="#br0" timeOffset="-1">1008 73 24575,'59'-11'0,"-28"6"0,-14-2 0,-17 7 0,0 0 0,0-1 0,0 1 0,0 0 0,0 0 0,0-1 0,0 1 0,0 0 0,0 0 0,0-1 0,0 1 0,0 0 0,0 0 0,0-1 0,0 1 0,0 0 0,0 0 0,-1-1 0,1 1 0,0 0 0,0 0 0,0-1 0,0 1 0,-1 0 0,1 0 0,0 0 0,0 0 0,0-1 0,-1 1 0,1 0 0,0 0 0,0 0 0,-1 0 0,1 0 0,0 0 0,-36-13 0</inkml:trace>
  <inkml:trace contextRef="#ctx0" brushRef="#br0" timeOffset="-3">953 227 24309,'313'77'-200,"332"33"-78,-466-98 619,183-11 0,-244-3-279,-25 1-62,-158-11 0,-97-32 0,44 10 0,-454-84 0,75 20 0,453 88 0,-1 1 0,0 2 0,-62-1 0</inkml:trace>
  <inkml:trace contextRef="#ctx0" brushRef="#br0" timeOffset="-5">1008 60 24575,'154'-11'0,"98"-8"0</inkml:trace>
  <inkml:trace contextRef="#ctx0" brushRef="#br0" timeOffset="-7">1460 26 24575,'180'-13'0,"375"1"0,-358 13 0,-173 3 0,-24-4 0,0 0 0,1 1 0,-1-1 0,1 0 0,-1 0 0,0 1 0,1-1 0,-1 0 0,0 0 0,1 1 0,-1-1 0,0 1 0,1-1 0,-1 0 0,0 1 0,0-1 0,1 0 0,-1 1 0,0-1 0,0 1 0,0-1 0,0 1 0,0-1 0,1 1 0,-1 0 0,-1 1 0,0 0 0,0 0 0,0 0 0,0 0 0,0 0 0,0 0 0,0 0 0,-1 0 0,1 0 0,0-1 0,-1 1 0,0 0 0,1-1 0,-1 0 0,-2 2 0,-23 17 0,-41 21 0,48-30 0,1 0 0,0 2 0,1 0 0,1 0 0,-24 24 0,40-36 7,0 0-1,0 0 0,0 0 0,0 0 1,0 0-1,1 1 0,-1-1 1,0 0-1,0 0 0,1 0 0,-1 1 1,1-1-1,-1 0 0,1 1 0,0-1 1,-1 0-1,1 1 0,0-1 1,0 1-1,0-1 0,0 0 0,0 1 1,0-1-1,1 3 0,0-3 4,0 0 1,0 0-1,0 1 0,0-1 0,1 0 0,-1 0 0,0 0 0,0 0 0,1 0 0,-1 0 0,1-1 0,-1 1 0,1 0 0,-1-1 1,1 1-1,0-1 0,1 1 0,11 1-336,1 0 0,-1-1 0,23-1 1,-32 0-76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70"/>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1385 824,'1'6,"1"0,0 0,0 0,1 0,-1 0,1-1,1 1,-1-1,1 0,0 0,0 0,0 0,1-1,0 0,0 1,9 4,6 1,0-1,1-1,0-1,31 6,7 3,224 60,-138-39,-98-24,-25-6,-1-1,0-1,1-1,36 2,-15-6,171-3,-196 0,0 0,0-2,0 0,19-8,-20 7,0 0,0 1,1 1,25-4,47-5,-62 7,51-3,345 10,-414-1,1 0,-1-1,0 0,0-1,0 0,0-1,0 0,17-7,-26 9,-1 1,1 0,-1-1,1 1,-1 0,0-1,1 1,-1-1,0 1,1-1,-1 1,0-1,0 1,0-1,1 1,-1-1,0 1,0-1,0 1,0-1,0 1,0-1,0 1,0-1,0 1,0-1,0 1,0-1,0 1,0-1,-1 1,1-1,0 1,0-1,-1 1,1-1,0 1,0-1,-1 1,1-1,-1 1,1 0,0-1,-1 1,1 0,-1 0,1-1,-2 1,-25-19,-240-104,155 74,-170-77,-117-50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50"/>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1396 652,'-1'2,"0"2,-1 0,1 0,-1 7,-1 4,2-10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52"/>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1837 612,'1298'-18,"-987"19,-1920-1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5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1103 898,'14'6,"7"2,1-1,0-2,0 0,1-1,-1-1,37-1,448-6,-493 4,-44-2,1 0,0-2,-53-14,27 5,-164-40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45"/>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537 31,'-21'0,"-21"-2,-65-11,65 6,-60-1,-93 9,171-1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44"/>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 31,'536'0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39:03.147"/>
    </inkml:context>
    <inkml:brush xml:id="br0">
      <inkml:brushProperty name="width" value="0.35" units="cm"/>
      <inkml:brushProperty name="height" value="0.35" units="cm"/>
      <inkml:brushProperty name="color" value="#FFFFFF"/>
    </inkml:brush>
  </inkml:definitions>
  <inkml:trace contextRef="#ctx0" brushRef="#br0">3 0 24575,'-2'111'0,"4"119"0,1-214 0,1 1 0,0-1 0,1 0 0,0-1 0,15 28 0,-10-21 0,13 41 0,-15-26-1365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40"/>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3491 488,'30'1,"-3"-2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42"/>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3548 440,'-57'21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4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3915 356,'-26'1,"-17"4,0 1,-84 24,60-11,21-2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15.956"/>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635 7433,'136'-54,"103"-47,664-293,-6-46,-866 424,93-54,-106 58,-1 0,-1-1,0-1,23-24,-38 37,0 0,0 0,0 0,0 0,-1 0,1-1,0 1,0 0,-1 0,1 0,0-1,-1 1,0 0,1-1,-1 1,0 0,1-1,-1 1,0-1,0 1,0 0,0-1,0 1,-1 0,1-1,0 1,-1 0,1-1,-1 1,0-2,-1 1,-1-1,1 1,-1 0,1 1,-1-1,0 0,1 1,-1-1,0 1,0 0,0 0,0 0,0 0,-4 0,-24-3,0 1,1 2,-1 1,-47 6,76-6,-212 20,-930 155,511-68,576-98,-3 1,0-2,-95 0,153-8,0 0,0 0,0 0,0 0,0 0,-1-1,1 1,0-1,0 1,0-1,-3-1,5 1,0 1,0 0,-1-1,1 1,0 0,0 0,0-1,0 1,0 0,0-1,0 1,-1 0,1-1,0 1,0 0,0-1,0 1,0 0,1-1,-1 1,0 0,0-1,0 1,0 0,0 0,0-1,0 1,1 0,-1-1,15-15,23-15,1 2,83-45,143-67,130-44,1905-752,-2038 851,-252 83,-148 31,-551 172,397-110,-665 183,897-255,36-10,-1-2,-38 7,61-13,1 1,-1-1,1 0,-1 0,0 0,1 0,-1 0,0 0,1 0,-1 0,1-1,-1 1,1-1,-1 1,1-1,-1 0,1 1,-3-3,4 3,-1-1,1 0,-1 0,1 0,0 1,0-1,-1 0,1 0,0 0,0 0,0 0,0 0,0 0,0 1,0-1,0 0,1 0,-1 0,0 0,0 0,1 1,-1-1,1-2,5-6,0 0,0 0,0 1,12-12,37-35,90-71,77-39,-114 87,106-84,224-222,-307 254,-6-7,174-247,-258 322,-3-1,41-95,-60 112,-2 0,-3-1,-1-1,10-74,-17 82,-2 20,-2 0,0-1,0 1,-2 0,-3-26,2 41,0 0,0 0,0 1,-1-1,1 0,-1 1,-1 0,1-1,0 1,-1 0,0 0,0 0,0 0,-1 1,1 0,-1-1,0 1,0 0,0 1,0-1,0 1,-1-1,1 1,-1 1,1-1,-1 1,-5-2,-22-1,0 1,0 1,-1 2,1 1,-42 7,66-7,-433 59,61-7,1-27,346-26,0 0,0-3,1 0,-43-11,66 12,1-1,-1 0,1 0,-1 0,1-1,0 0,1-1,-1 0,1 0,0 0,0-1,1 0,-1-1,1 0,1 1,-1-2,1 1,0-1,1 1,-5-14,4 10,2 0,-1-1,2 0,-1 0,2 1,-1-1,2 0,0 0,0 0,1 0,0 0,1 0,1 0,0 0,0 1,1-1,1 1,0 0,0 1,1-1,10-13,3-1,2 1,38-34,161-126,-38 48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15.955"/>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4508 5386,'-166'72,"88"-36,-205 95,-122 69,-1703 921,1768-924,129-72,211-123,4-1,13-2,148-20,1191-259,-783 126,-562 150,0 1,0-1,-1-1,13-7,-47 8,-6 4,1 2,-1 1,-39 9,-113 29,-86 31,-593 192,69-20,735-226,34-10,-1-1,12-3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37"/>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4310 6654,'-533'-105,"-220"-7,-3 34,-946 22,1345 68,169 5,187-17,-1 0,1 0,0 0,0 0,-1 0,1 0,0-1,0 1,0 0,-1-1,1 1,0-1,0 1,0-1,-1 0,2-5,13 1,15 0,1 2,-1 0,33 3,-19 0,936 49,-598-19,813 5,-1153-36,0-2,-1-1,1-3,49-14,-37 8,-36 10,0-1,0 0,-1-1,1 0,-1-2,-1 1,1-2,22-15,-35 21,0 0,0 0,0-1,0 1,0-1,-1 1,1-1,-1 1,1-1,-1 0,0 0,0 0,0 0,-1 0,1 0,-1 0,0 0,1 0,-1 0,0 0,-1 0,1 0,-1 0,1 0,-1 0,0 0,0 1,0-1,0 0,-3-4,-2-4,0 1,-1 0,0 0,-1 1,0 0,-13-12,-17-11,-2 2,0 1,-75-38,33 26,-97-32,97 44,0 4,-2 3,0 4,-1 4,0 4,-118 0,198 10,-1 0,1 0,0 0,-1 0,1-1,-1 0,1 0,0-1,0 0,-8-3,11 4,0-1,1 1,-1-1,1 1,-1-1,1 0,-1 1,1-1,0 0,0 0,0 0,0 0,0 0,1 0,-1 0,1-1,-1 1,1 0,0 0,0 0,-1 0,2-1,-1 1,0 0,0 0,1 0,-1 0,1-1,0-1,3-8,0 0,1 0,0 0,1 1,0 0,1 0,0 0,8-9,76-77,-47 54,15-18,93-103,-146 156,0 0,0 0,-1-1,0 0,-1 0,0 0,0 0,3-15,-6 20,0 0,-1 0,1 0,-1 0,0 0,0 0,-1 0,1 0,-1 0,0 1,0-1,0 0,0 0,-1 1,0-1,0 1,0-1,0 1,0 0,0-1,-1 1,0 1,0-1,-4-4,-6-2,-1-1,0 2,0 0,0 1,-1 0,-24-7,-98-19,24 15,-206-7,-120 29,430-4,5 0,0 0,-1 0,1 1,0 0,0 0,0 0,0 0,0 0,0 1,0 0,-3 2,5-3,1 0,0 0,0 0,-1 1,1-1,0 0,0 1,0-1,1 1,-1-1,0 1,0 0,1-1,-1 1,1 0,0-1,-1 1,1 0,0 0,0-1,0 1,0 0,0 0,1-1,-1 1,0 0,1-1,-1 1,2 2,1 3,0 0,1-1,0 0,0 0,0 0,1-1,0 1,0-1,0 0,0 0,1-1,0 0,12 7,17 11,1-3,45 18,91 27,-154-58,248 78,319 59,294-22,-404-109,-389-17,0-5,0-3,123-35,-160 34,111-30,-135 39,1 1,0 1,0 1,-16 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3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3463 6756,'98'4,"144"26,-128-13,-52-13,-39-4,-1 2,25 4,-41-5,0 1,0 0,-1 0,1 0,0 0,-1 1,0 0,0 0,0 0,0 1,0 0,6 6,-10-9,0 0,0 0,0 1,0-1,0 0,0 0,0 1,0-1,-1 1,1-1,-1 1,1-1,-1 1,1-1,-1 1,0-1,0 1,0-1,0 1,0-1,0 1,0 0,0-1,-1 1,1-1,-1 1,1-1,-1 1,1-1,-1 0,0 1,0-1,0 0,0 1,0-1,0 0,0 0,0 0,0 0,0 0,-1 0,-1 1,-6 4,0-1,-1 0,1 0,-21 6,-518 139,524-144,-25 6,14-3,0-1,0-1,0-2,-44 0,9-7,469 3,-183-3,46 2,-339-2,-122-19,-74-32,166 30,-1697-414,1728 417,0-4,-103-49,174 71,1-1,-1 1,1-1,0 0,-7-7,10 10,1 0,0-1,-1 1,1-1,0 1,0 0,-1-1,1 1,0-1,0 1,-1-1,1 1,0-1,0 1,0-1,0 1,0-1,0 1,0-1,0 1,0-1,0 1,0-1,0 1,0-1,0 0,1 0,0 0,0 0,0 1,0-1,0 0,0 0,0 1,0-1,0 1,1-1,-1 1,0-1,0 1,0 0,1 0,1-1,17-1,-1 0,1 1,40 4,-54-3,390 49,5 29,704 207,-640-156,6-18,-357-91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31"/>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4489 173,'-62'0,"-57"1,-174-19,241 12,-79 3,-4 0,111-1,-1-1,1-1,0-1,-24-11,-4 0,-3 3,-57-8,81 17,-195-22,161 20,1 2,-130 7,76 1,107-2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32"/>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4235 4331,'-346'-634,"331"602,-280-620,279 612,-1 2,-2 0,-2 1,-1 1,-2 1,-56-63,57 73,-2 2,0 1,-2 1,0 1,-2 1,0 1,-49-21,-7 5,-138-35,56 17,96 27,-2 4,-131-22,-26 5,139 20,-138-9,-279 24,256 5,248-2,0 0,0 0,1 1,-1-1,0 1,0-1,1 1,-1 0,0 1,1-1,-1 1,1-1,-1 1,1 0,-6 5,5-3,1 1,-1-1,1 1,0 0,1 0,-1 0,1 0,0 1,0-1,-1 7,-19 81,15-59,-2 0,-22 59,25-77,1 1,0 0,1 0,1 0,1 0,0 26,1-19,-2 0,-6 32,-10 30,14-55,-2 1,-2-1,-19 49,21-64,2 0,-1 0,2 1,0-1,-2 26,3-4,3 49,0-87,0 0,0 0,0 0,0 0,0-1,0 1,0 0,0 0,1 0,-1 0,0 0,0 0,0 0,0 0,0 0,0-1,1 1,-1 0,0 0,0 0,0 0,0 0,1 0,-1 0,0 0,0 0,0 0,0 0,0 0,1 0,-1 0,0 0,0 1,0-1,0 0,0 0,1 0,-1 0,0 0,0 0,0 0,0 0,0 0,0 1,0-1,1 0,-1 0,0 0,0 0,0 0,0 0,0 1,0-1,11-19,-9 15,62-129,465-1096,-504 1167,-2-1,25-119,-47 177,0-1,1 1,0 0,0 0,0 0,0 0,1 0,0 1,0-1,0 1,1 0,7-8,2 1,0 1,27-17,11-8,39-37,407-317,-191 189,-269 181,2 1,0 2,46-12,-35 11,65-29,52-25,-6 3,-26 15,-5 2,-81 31,78-22,-18 7,-48 16,122-20,-68 17,-40 10,0 3,1 3,91 6,-107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29"/>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4433 2063,'-1'2,"-6"12,1 1,1 0,1 0,0 1,1 0,-2 18,-7 29,-55 147,39-133,-18 85,30-73,-8 170,23 94,4-161,-3-187,4 123,-2-110,1 1,0 0,2-1,12 31,34 72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27"/>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4433 1979,'-22'51,"-6"13,22-53,1 0,0 0,0 0,1 1,1-1,0 1,-2 21,-9 85,8-85,2 1,1-1,3 58,0-88,1 0,-1 0,1 0,0 0,0-1,0 1,0 0,0 0,1-1,-1 1,1-1,0 0,-1 1,1-1,0 0,1 0,-1 0,0 0,0 0,1-1,-1 1,1-1,0 0,-1 1,1-1,0 0,0-1,0 1,-1 0,4-1,11 2,0 0,0-2,-16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15.954"/>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3865 5253,'-14'-13,"-117"-109,109 106,0 0,-1 2,-45-20,22 11,-72-35,-172-57,196 77,71 27,-1 1,0 1,-1 1,0 1,0 1,-42-3,-360 7,207 4,186 0,0 2,0 1,1 1,-1 2,-58 23,-69 15,135-41,-1 0,1-2,0-2,-35-1,196 0,-38-2,-19 2,20 1,117-13,102-9,0 25,-206 1,0 5,-1 5,0 4,-2 6,169 60,-54-13,-204-64,36 20,-45-22,1 0,-1 0,1-1,1 0,-1-1,1 0,0-1,0-1,12 2,45-1,2-6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15.95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4433 1498,'-227'1,"-1239"-6,979-14,7-33,430 44,0-2,1-2,-75-31,119 41,1 0,-1 0,1-1,0 0,-1 0,1 0,0-1,1 1,-1-1,-5-7,8 10,0-1,1 1,-1 0,0-1,1 1,0 0,-1-1,1 1,0-1,-1 1,1-1,0 1,0-1,0 1,0-1,1 1,-1-1,0 1,1-1,-1 1,1-1,-1 1,1 0,0-1,-1 1,1 0,0 0,0-1,0 1,0 0,0 0,0 0,0 0,0 0,1 0,-1 1,0-1,1 0,-1 1,0-1,2 0,14-7,-1 2,1-1,0 2,21-4,-18 4,112-23,2 6,153-6,276 16,-557 12,1372 4,-1373-4,0 0,0 0,0 0,1 1,-1-1,0 1,8 2,-13-3,0 0,0 0,1 0,-1 1,0-1,0 0,1 0,-1 0,0 0,0 0,0 0,1 0,-1 0,0 0,0 0,0 1,0-1,1 0,-1 0,0 0,0 0,0 0,0 1,0-1,1 0,-1 0,0 0,0 1,0-1,0 0,0 0,0 0,0 1,0-1,0 0,0 0,0 0,0 1,0-1,0 0,0 0,0 1,0-1,0 0,0 0,0 0,0 1,0-1,0 0,-1 0,1 0,0 1,0-1,0 0,0 0,0 0,-1 1,-14 7,-10 2,0-2,-1-1,-30 5,-724 123,558-100,-860 126,-8-46,986-109,-127-8,224 2,1 0,-1 0,1 0,0 1,-1 0,1 1,0-1,0 1,0 0,0 1,0-1,0 1,1 0,-1 1,1-1,0 1,0 0,-8 9,6-5,0 1,1 0,0 0,0 1,1 0,0 0,1 0,0 1,-5 20,7-25,0 0,0 0,-1 0,0 0,0 0,-1-1,1 1,-1-1,-1 0,1 0,-6 5,8-9,1 1,-1-1,0 1,1-1,-1 0,0 1,0-1,0 0,0 0,0 0,0-1,-1 1,1 0,0-1,0 1,0-1,-1 0,1 0,0 0,0 0,-1 0,1 0,0-1,0 1,-1-1,1 1,0-1,0 0,0 0,0 0,0 0,0 0,0-1,-3-2,2 1,1 0,-1-1,1 1,0-1,0 1,0-1,1 0,-1 0,1 0,0 0,0 0,0 0,0 0,1-5,0-63,1 51,1-432,0-36,12 306,1-84,-16 197,3 66,4 11,3 13,15 105,-16-84,-2 0,-2 1,-1 0,-6 75,1-25,0 25,5 139,10-168,-7-58,3 50,-8 488,-3-272,2 928,-2-1193,-1-2,-8 39,-1 3,2-19,-23 75,3-15,21-61,-3 58,2-12,-41 144,18-96,28-118,3 1,0 52,0 6,-2-60,0-1,-16 46,14-52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23"/>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4461 622,'-151'-3,"-117"-3,-104 0,-2323-109,2416 83,-31-2,211 34,691 30,1119 27,-1617-61,-1-4,-1-4,0-4,116-37,-179 46,0 1,0 2,48-2,-74 6,-5 0,-11 2,-28 4,-231 52,3 3,-480 125,-426 102,761-190,319-65,71-23,-1-1,-26 5,77-8,737 72,-518-58,810 17,-1046-37,0 0,-1 0,1 1,-1 1,1-1,-1 1,13 5,-19-6,0 0,-1-1,1 1,0 0,-1 0,1 1,-1-1,1 0,-1 0,0 1,1-1,-1 1,0-1,0 1,0-1,0 1,0 0,0 0,-1-1,1 1,-1 0,1 0,-1 0,0 0,1-1,-1 1,0 0,0 0,0 0,-1 0,1 0,0 0,-1 0,1-1,-1 1,0 0,1 0,-1-1,0 1,0 0,-1 1,-4 6,0 0,0-1,0 0,-1 0,-1 0,1-1,-1 0,0 0,-15 8,-92 48,96-53,-444 187,-14-32,18-44,451-119,-22 6,-34 15,-1 0,43-19,22-4,0 0,-1 0,1 1,0-1,0 0,0 0,0 0,0 0,0 0,0 0,-1 0,1 0,0 0,0 0,0 0,0 0,0 0,0 0,0-1,0 1,-1 0,1 0,0 0,0 0,0 0,0 0,0 0,0 0,0 0,0 0,0 0,-1 0,1-1,0 1,0 0,0 0,0 0,0 0,0 0,0 0,0 0,0 0,0-1,0 1,0 0,0 0,0 0,0 0,0 0,0 0,0 0,0-1,0 1,0 0,0 0,0 0,0 0,0 0,0 0,0 0,0 0,1-1,-1 1,0 0,0 0,0 0,0 0,0 0,5-4,-1 1,1 0,0 1,0-1,0 1,1 0,6-2,86-24,118-19,80-5,1721-200,-1422 178,-51-25,-510 96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08.422"/>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537 596,'23'0,"0"-2,35-8,-6 1,390-33,13 27,-428 14,941 8,4 38,-632-21,224 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0:14.704"/>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0 0,'0'0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69"/>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315 170,'145'71,"-122"-61,64 28,1-4,2-3,180 36,-153-46,-42-6,1-3,114 3,204-17,-1441 2,1029 0,1 0,-26 5,19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68"/>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910 792,'-56'-3,"-102"-18,74 7,-73-8,-297-4,663 24,129-5,-272 4,1258-87,-1102 78,-209 11,-16-2,-27-4,-234-34,-331-8,-276 39,839 11,-130 13,7 1,154-15,0 0,0 0,0 1,0-1,0 0,-1 0,1-1,0 1,0 0,0 0,0 0,0-1,0 1,1 0,-1-1,0 1,0-1,-1 0,2 0,0 1,0-1,1 1,-1-1,0 1,0-1,1 1,-1-1,0 1,1-1,-1 1,0 0,1-1,-1 1,0-1,1 1,-1 0,1 0,-1-1,1 1,-1 0,2-1,40-19,-40 19,403-132,-206 88,24-7,-214 49,1-1,0 1,1 1,-1-1,16 0,-24 3,0 0,0 0,0 0,0 0,0 0,0 0,0 1,0-1,0 1,0-1,0 1,0 0,0 0,-1 0,1 0,0 0,-1 0,1 0,-1 1,1-1,-1 1,1-1,-1 1,0-1,0 1,0 0,0-1,0 1,0 0,0 2,3 14,-1-1,0 1,-2 0,0 0,-1 0,-3 27,1-19,1-1,4 42,4-25,2-1,2 0,1 0,2-1,29 57,-40-93,-1-1,1 1,0-1,0 1,0-1,0 0,0 0,1-1,0 1,-1-1,1 1,0-1,0 0,0-1,0 1,1-1,-1 0,0 0,1 0,6 0,12 1,0-1,43-5,-23 2,-35 2,1 0,-1-1,1 0,-1 0,0-1,1 0,-1-1,0 1,0-2,-1 1,1-1,-1 0,0 0,0-1,0 0,0-1,-1 1,0-1,0 0,0-1,-1 1,0-1,5-10,-5 9,0 0,0-1,0 0,-1 0,0 0,-1 0,3-13,-5 18,-1 1,0 0,0 0,0-1,-1 1,1 0,-1 0,0 0,0-1,0 1,0 0,0 0,-1 0,1 0,-1 1,0-1,0 0,0 1,0-1,0 1,0 0,-1 0,-5-4,-52-36,-3 3,-109-52,99 55,-472-207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41:01.966"/>
    </inkml:context>
    <inkml:brush xml:id="br0">
      <inkml:brushProperty name="width" value="0.35" units="cm"/>
      <inkml:brushProperty name="height" value="0.35" units="cm"/>
      <inkml:brushProperty name="color" value="#FFFFFF"/>
    </inkml:brush>
  </inkml:definitions>
  <inkml:trace contextRef="#ctx0" brushRef="#br0">1099 396 24575,'-11'0'0,"1"-2"0,0 1 0,0-1 0,0-1 0,-16-6 0,-11-3 0,-307-101 0</inkml:trace>
  <inkml:trace contextRef="#ctx0" brushRef="#br0" timeOffset="1">1126 254 24575,'170'27'0,"-61"-24"0,-17-2 0,-90-1 0,1 0 0,-1 0 0,0 1 0,1 0 0,-1-1 0,0 1 0,0 0 0,0 0 0,0 0 0,0 0 0,0 0 0,0 0 0,0 1 0,0-1 0,0 1 0,2 2 0,-4-3 0,0-1 0,1 1 0,-1-1 0,0 1 0,1-1 0,-1 1 0,0-1 0,0 1 0,0-1 0,0 1 0,0-1 0,1 1 0,-1 0 0,0-1 0,0 1 0,0-1 0,0 1 0,-1-1 0,1 1 0,0-1 0,0 1 0,0 0 0,0-1 0,-1 1 0,1 0 0,-1 0 0,0 0 0,0 0 0,0 0 0,0 0 0,0 0 0,-1 0 0,1 0 0,0-1 0,0 1 0,-1 0 0,1-1 0,-1 1 0,1-1 0,-2 1 0,-22 5 0,0-2 0,-38 3 0,-3 0 0,-26 7 0,1 4 0,-164 55 0,180-52 0,94-13 0,98 12 0,203 9 0,123-27 0,-337-3 0,-113 0 0,1 0 0,-1 0 0,1-1 0,-1 1 0,1-1 0,-10-5 0,-8-2 0,-630-202-828,497 162 635</inkml:trace>
  <inkml:trace contextRef="#ctx0" brushRef="#br0" timeOffset="-1">833 254 24575,'12'2'0,"123"16"0,2-7 0,213-10 0,-347-1 0,42-2 0,-42 1 0,-5 1 0,-25 0 0,-208-15 0,-13 1 0</inkml:trace>
  <inkml:trace contextRef="#ctx0" brushRef="#br0" timeOffset="-3">925 254 24575,'-6'1'0,"13"5"0,21 6 0,0 2 0,25 17 0,23 11 0,292 126 0,-311-145 0,-41-18 0,0 1 0,0 1 0,-1 0 0,0 1 0,0 0 0,20 17 0,-35-25 0,1 1 0,0-1 0,-1 1 0,1 0 0,0-1 0,-1 1 0,1 0 0,0-1 0,-1 1 0,1 0 0,-1 0 0,0 0 0,1-1 0,-1 1 0,0 0 0,1 0 0,-1 0 0,0 0 0,0 0 0,0 0 0,0 0 0,0 0 0,0 0 0,0-1 0,0 1 0,0 0 0,0 0 0,-1 1 0,0 0 0,0-1 0,0 1 0,0 0 0,-1-1 0,1 0 0,0 1 0,-1-1 0,1 0 0,-1 0 0,0 1 0,1-1 0,-4 1 0,-7 3 0,-1 0 0,1-1 0,-15 3 0,21-5 0,-42 12 0,0 2 0,2 2 0,-68 36 0,101-46 0,0 1 0,1 0 0,0 0 0,0 1 0,1 1 0,1 0 0,0 0 0,-16 25 0,0 6 0,-28 62 0,40-75 0,11-23 0,0-1 0,0 1 0,-1-1 0,-6 9 0,9-14 0,1 1 0,-1 0 0,1-1 0,-1 1 0,1-1 0,-1 1 0,0 0 0,1-1 0,-1 1 0,0-1 0,1 0 0,-1 1 0,0-1 0,0 1 0,1-1 0,-1 0 0,0 0 0,0 1 0,1-1 0,-1 0 0,0 0 0,0 0 0,0 0 0,0 0 0,1 0 0,-1 0 0,0 0 0,0 0 0,0-1 0,1 1 0,-1 0 0,0 0 0,0-1 0,1 1 0,-1-1 0,0 1 0,1 0 0,-1-1 0,0 1 0,1-1 0,-1 0 0,0 1 0,1-1 0,-1 1 0,1-1 0,-1-1 0,-7-13 0,1-1 0,0 0 0,1 0 0,1-1 0,-6-29 0,0 2 0,-24-71 0,17 65 0,3-2 0,2 0 0,-6-56 0,18 103 0,1 1 0,-1 0 0,1-1 0,1 1 0,-1-1 0,1 1 0,-1-1 0,1 1 0,0 0 0,1 0 0,1-5 0,-2 7 0,1 0 0,-1 0 0,1 0 0,-1 0 0,1 0 0,0 0 0,0 1 0,0-1 0,0 1 0,0-1 0,0 1 0,0 0 0,1 0 0,-1 0 0,0 0 0,1 0 0,-1 0 0,1 1 0,-1-1 0,5 0 0,4 1 0,-1-1 0,1 2 0,-1-1 0,1 1 0,-1 1 0,1 0 0,-1 0 0,0 1 0,0 1 0,0-1 0,-1 2 0,1-1 0,9 8 0,9 6 0,0 1 0,45 42 0,-40-27 0,-27-26 0,0-1 0,1 0 0,0 0 0,0-1 0,1 0 0,13 8 0,-8-6 0,-1 0 0,0 1 0,-1 0 0,0 1 0,13 16 0,16 12 0,-25-26 0,1-1 0,31 16 0,-13-8 0,-25-14-151,-1-1-1,1 0 0,0-1 0,0 0 1,0 0-1,1-1 0,-1 0 1,17 0-1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27T14:40:30.755"/>
    </inkml:context>
    <inkml:brush xml:id="br0">
      <inkml:brushProperty name="width" value="0.35" units="cm"/>
      <inkml:brushProperty name="height" value="0.35" units="cm"/>
      <inkml:brushProperty name="color" value="#FFFFFF"/>
    </inkml:brush>
  </inkml:definitions>
  <inkml:trace contextRef="#ctx0" brushRef="#br0">0 0 24575,'89'4'0,"0"5"0,133 29 0,-128-20 0,1115 240 0,-1106-226 0,-81-23 0,1-2 0,0 0 0,1-1 0,-1-1 0,26 1 0,-885-11-578,474 7 416,-337-2 902,659-5-740,39 5 0,0 0 0,1-1 0,-1 1 0,0 0 0,0-1 0,0 1 0,0-1 0,0 1 0,0-1 0,0 1 0,1-1 0,-1 0 0,0 1 0,0-1 0,0-1 0,1 2 0,0-1 0,0 1 0,-1-1 0,1 0 0,0 1 0,0-1 0,1 1 0,-1-1 0,0 0 0,0 1 0,0-1 0,0 1 0,0-1 0,1 1 0,-1-1 0,0 1 0,1-1 0,-1 1 0,0-1 0,1 1 0,-1-1 0,0 1 0,1-1 0,-1 1 0,1 0 0,-1-1 0,1 1 0,-1 0 0,2-1 0,8-7 0,2 1 0,-1 0 0,1 1 0,0 0 0,20-7 0,73-17 0,-84 24 0,141-29 0,234-21 0,-381 55 0,140-22 0,-94 11 0,0 4 0,110-1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61"/>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1263 313,'502'-1,"-413"-2,106-17,88-28,-217 35,39-9,-60 10,1 3,0 2,49-2,-86 9,-6 1,0-1,0 1,0-1,0 0,0-1,0 1,0 0,0-1,0 1,0-1,0 0,0 0,0-1,0 1,-1 0,4-3,-5 3,-1 0,0 1,0-1,0 0,-1 1,1-1,0 0,0 0,0 1,0-1,-1 0,1 0,0 1,-1-1,1 1,0-1,-1 0,1 1,-1-1,1 1,-1-1,1 1,-1-1,1 1,-1-1,0 1,1-1,-1 1,0 0,1-1,-1 1,0 0,-1 0,-31-15,27 13,-50-19,-2 3,0 2,-1 2,-96-9,72 14,-199-11,281 20,0 0,0 0,0 0,0 0,0-1,0 2,0-1,0 0,0 0,0 0,0 0,1 1,-1-1,0 0,0 1,0-1,0 0,0 1,1-1,-1 1,0 0,0-1,1 1,-2 1,2-1,0 0,0 0,1 0,-1 0,0-1,0 1,1 0,-1 0,1 0,-1 0,1 0,-1-1,1 1,-1 0,1 0,0-1,-1 1,1-1,1 2,50 34,-47-33,89 50,153 65,112 13,-292-109,1-4,0-2,2-3,-1-4,133 2,-15-14,-163 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27T14:41:01.960"/>
    </inkml:context>
    <inkml:brush xml:id="br0">
      <inkml:brushProperty name="width" value="0.5" units="cm"/>
      <inkml:brushProperty name="height" value="1" units="cm"/>
      <inkml:brushProperty name="color" value="#E6E6E6"/>
      <inkml:brushProperty name="tip" value="rectangle"/>
      <inkml:brushProperty name="rasterOp" value="maskPen"/>
      <inkml:brushProperty name="ignorePressure" value="1"/>
    </inkml:brush>
  </inkml:definitions>
  <inkml:trace contextRef="#ctx0" brushRef="#br0">1490 228,'205'10,"-190"-9,215 17,247 23,376 29,7-35,-630-40,-194 10,-36-5,1 0,-1 0,1 0,-1 1,1-1,-1 0,0 0,1 0,-1 1,1-1,-1 0,0 0,1 1,-1-1,0 0,1 1,-1-1,0 0,0 1,1-1,-1 1,0-1,0 0,0 1,1-1,-1 1,-1 0,1 0,-1 0,1 0,-1-1,1 1,-1 0,0 0,1-1,-1 1,0 0,0-1,0 1,1-1,-1 1,0-1,0 1,0-1,-1 1,-16 5,0 0,-1 0,1-2,-1 0,-28 1,12-1,-1286 132,-12-116,1132-36,1-8,189 23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63C1B4-DF5B-3CE5-ECE9-7418CB4DA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a:extLst>
              <a:ext uri="{FF2B5EF4-FFF2-40B4-BE49-F238E27FC236}">
                <a16:creationId xmlns:a16="http://schemas.microsoft.com/office/drawing/2014/main" id="{A024BF6D-A097-EFFB-359C-4109CF9BAF5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r>
              <a:rPr lang="en-US" dirty="0"/>
              <a:t>11/26/2024</a:t>
            </a:r>
          </a:p>
        </p:txBody>
      </p:sp>
      <p:sp>
        <p:nvSpPr>
          <p:cNvPr id="4" name="Slide Image Placeholder 3">
            <a:extLst>
              <a:ext uri="{FF2B5EF4-FFF2-40B4-BE49-F238E27FC236}">
                <a16:creationId xmlns:a16="http://schemas.microsoft.com/office/drawing/2014/main" id="{4F1A92DF-60EC-7728-E486-E0A81D507467}"/>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C26D4C04-3C87-6018-A20F-9C32DDE20A9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19AFCCA-2A2F-DEAB-E901-962D5A6F3A8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a:extLst>
              <a:ext uri="{FF2B5EF4-FFF2-40B4-BE49-F238E27FC236}">
                <a16:creationId xmlns:a16="http://schemas.microsoft.com/office/drawing/2014/main" id="{9BF59746-69EA-AA45-8938-0796EDCD9C2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anose="020B0502020202020204" pitchFamily="34" charset="0"/>
              </a:defRPr>
            </a:lvl1pPr>
          </a:lstStyle>
          <a:p>
            <a:pPr>
              <a:defRPr/>
            </a:pPr>
            <a:fld id="{7EF66E34-C41F-4822-9B13-2FB28D90AE25}"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9BDFC8F0-1882-A02C-59F8-E13B276C52B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FE5C47C6-93F2-35F1-2A40-E07624E31DA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0244" name="Slide Number Placeholder 3">
            <a:extLst>
              <a:ext uri="{FF2B5EF4-FFF2-40B4-BE49-F238E27FC236}">
                <a16:creationId xmlns:a16="http://schemas.microsoft.com/office/drawing/2014/main" id="{850076F4-39C5-D4CC-2AFB-60CC7B0B49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61701C23-4DC4-4BEE-801E-994D8A0BCD03}" type="slidenum">
              <a:rPr lang="en-IN" altLang="en-US" smtClean="0">
                <a:latin typeface="Century Gothic" panose="020B0502020202020204" pitchFamily="34" charset="0"/>
              </a:rPr>
              <a:pPr/>
              <a:t>1</a:t>
            </a:fld>
            <a:endParaRPr lang="en-IN" altLang="en-US">
              <a:latin typeface="Century Gothic" panose="020B0502020202020204" pitchFamily="34" charset="0"/>
            </a:endParaRPr>
          </a:p>
        </p:txBody>
      </p:sp>
      <p:sp>
        <p:nvSpPr>
          <p:cNvPr id="2" name="Date Placeholder 1">
            <a:extLst>
              <a:ext uri="{FF2B5EF4-FFF2-40B4-BE49-F238E27FC236}">
                <a16:creationId xmlns:a16="http://schemas.microsoft.com/office/drawing/2014/main" id="{F2A53B4A-E486-25F2-9828-368358944D91}"/>
              </a:ext>
            </a:extLst>
          </p:cNvPr>
          <p:cNvSpPr>
            <a:spLocks noGrp="1"/>
          </p:cNvSpPr>
          <p:nvPr>
            <p:ph type="dt" sz="quarter" idx="1"/>
          </p:nvPr>
        </p:nvSpPr>
        <p:spPr/>
        <p:txBody>
          <a:bodyPr/>
          <a:lstStyle/>
          <a:p>
            <a:pPr>
              <a:defRPr/>
            </a:pPr>
            <a:r>
              <a:rPr lang="en-US"/>
              <a:t>11/26/2024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045E89A4-8A37-C06A-84DE-71A62B4D974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236BEB01-D25C-1A93-C48A-71D21DCD771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2292" name="Slide Number Placeholder 3">
            <a:extLst>
              <a:ext uri="{FF2B5EF4-FFF2-40B4-BE49-F238E27FC236}">
                <a16:creationId xmlns:a16="http://schemas.microsoft.com/office/drawing/2014/main" id="{9E40096B-EB25-CDBE-6CE6-3520403AD9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700C296F-3E75-40E4-B9B6-2332056ABC0A}" type="slidenum">
              <a:rPr lang="en-US" altLang="en-US" smtClean="0">
                <a:latin typeface="Century Gothic" panose="020B0502020202020204" pitchFamily="34" charset="0"/>
              </a:rPr>
              <a:pPr/>
              <a:t>2</a:t>
            </a:fld>
            <a:endParaRPr lang="en-US" altLang="en-US">
              <a:latin typeface="Century Gothic" panose="020B0502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4C288DB3-0EBB-D65A-221A-92685A0DC4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CE38BF49-A87C-CB6C-F920-040D6088E52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dirty="0"/>
          </a:p>
        </p:txBody>
      </p:sp>
      <p:sp>
        <p:nvSpPr>
          <p:cNvPr id="15364" name="Slide Number Placeholder 3">
            <a:extLst>
              <a:ext uri="{FF2B5EF4-FFF2-40B4-BE49-F238E27FC236}">
                <a16:creationId xmlns:a16="http://schemas.microsoft.com/office/drawing/2014/main" id="{4BBF62D3-6434-2859-7678-4854B70C29C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7F04C270-959D-4981-8D25-CD46B6F6C844}" type="slidenum">
              <a:rPr lang="en-US" altLang="en-US" smtClean="0">
                <a:latin typeface="Century Gothic" panose="020B0502020202020204" pitchFamily="34" charset="0"/>
              </a:rPr>
              <a:pPr/>
              <a:t>4</a:t>
            </a:fld>
            <a:endParaRPr lang="en-US" altLang="en-US" dirty="0">
              <a:latin typeface="Century Gothic" panose="020B0502020202020204" pitchFamily="34" charset="0"/>
            </a:endParaRPr>
          </a:p>
        </p:txBody>
      </p:sp>
      <p:sp>
        <p:nvSpPr>
          <p:cNvPr id="2" name="Date Placeholder 1">
            <a:extLst>
              <a:ext uri="{FF2B5EF4-FFF2-40B4-BE49-F238E27FC236}">
                <a16:creationId xmlns:a16="http://schemas.microsoft.com/office/drawing/2014/main" id="{C53C8B26-2D7E-2EFE-7355-4B975682D434}"/>
              </a:ext>
            </a:extLst>
          </p:cNvPr>
          <p:cNvSpPr>
            <a:spLocks noGrp="1"/>
          </p:cNvSpPr>
          <p:nvPr>
            <p:ph type="dt" sz="quarter" idx="1"/>
          </p:nvPr>
        </p:nvSpPr>
        <p:spPr/>
        <p:txBody>
          <a:bodyPr/>
          <a:lstStyle/>
          <a:p>
            <a:pPr>
              <a:defRPr/>
            </a:pPr>
            <a:r>
              <a:rPr lang="en-US" dirty="0"/>
              <a:t>11/26/2024</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43662B-76B5-16B0-C73D-FDACCD25339C}"/>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useBgFill="1">
        <p:nvSpPr>
          <p:cNvPr id="3" name="Rounded Rectangle 12">
            <a:extLst>
              <a:ext uri="{FF2B5EF4-FFF2-40B4-BE49-F238E27FC236}">
                <a16:creationId xmlns:a16="http://schemas.microsoft.com/office/drawing/2014/main" id="{8CB358AD-F55E-C4DD-F288-2F1E5DC7A7AA}"/>
              </a:ext>
            </a:extLst>
          </p:cNvPr>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Rectangle 3">
            <a:extLst>
              <a:ext uri="{FF2B5EF4-FFF2-40B4-BE49-F238E27FC236}">
                <a16:creationId xmlns:a16="http://schemas.microsoft.com/office/drawing/2014/main" id="{A4180765-9893-8448-8113-53797CAEA853}"/>
              </a:ext>
            </a:extLst>
          </p:cNvPr>
          <p:cNvSpPr/>
          <p:nvPr/>
        </p:nvSpPr>
        <p:spPr bwMode="ltGray">
          <a:xfrm>
            <a:off x="84138" y="1449388"/>
            <a:ext cx="12028487"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A2235397-8EEF-B331-736D-BB48818B0BBA}"/>
              </a:ext>
            </a:extLst>
          </p:cNvPr>
          <p:cNvSpPr/>
          <p:nvPr/>
        </p:nvSpPr>
        <p:spPr>
          <a:xfrm>
            <a:off x="84138" y="1397000"/>
            <a:ext cx="12028487"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50FEB877-23D9-FD0D-EA08-02DF86D9C3B0}"/>
              </a:ext>
            </a:extLst>
          </p:cNvPr>
          <p:cNvSpPr/>
          <p:nvPr/>
        </p:nvSpPr>
        <p:spPr>
          <a:xfrm>
            <a:off x="84138" y="2976563"/>
            <a:ext cx="12028487"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lang="en-US"/>
              <a:t>Click to edit Master title style</a:t>
            </a:r>
            <a:endParaRPr lang="en-US" dirty="0"/>
          </a:p>
        </p:txBody>
      </p:sp>
      <p:sp>
        <p:nvSpPr>
          <p:cNvPr id="7" name="Date Placeholder 27">
            <a:extLst>
              <a:ext uri="{FF2B5EF4-FFF2-40B4-BE49-F238E27FC236}">
                <a16:creationId xmlns:a16="http://schemas.microsoft.com/office/drawing/2014/main" id="{BEA33029-7418-4E27-4D3E-3C56D472F9A1}"/>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10" name="Footer Placeholder 16">
            <a:extLst>
              <a:ext uri="{FF2B5EF4-FFF2-40B4-BE49-F238E27FC236}">
                <a16:creationId xmlns:a16="http://schemas.microsoft.com/office/drawing/2014/main" id="{CCA4AB1C-46EE-E595-EB7E-8B413F714176}"/>
              </a:ext>
            </a:extLst>
          </p:cNvPr>
          <p:cNvSpPr>
            <a:spLocks noGrp="1"/>
          </p:cNvSpPr>
          <p:nvPr>
            <p:ph type="ftr" sz="quarter" idx="11"/>
          </p:nvPr>
        </p:nvSpPr>
        <p:spPr/>
        <p:txBody>
          <a:bodyPr/>
          <a:lstStyle>
            <a:lvl1pPr>
              <a:defRPr/>
            </a:lvl1pPr>
          </a:lstStyle>
          <a:p>
            <a:pPr>
              <a:defRPr/>
            </a:pPr>
            <a:r>
              <a:rPr lang="en-US" dirty="0"/>
              <a:t>Final Review</a:t>
            </a:r>
          </a:p>
        </p:txBody>
      </p:sp>
      <p:sp>
        <p:nvSpPr>
          <p:cNvPr id="11" name="Slide Number Placeholder 28">
            <a:extLst>
              <a:ext uri="{FF2B5EF4-FFF2-40B4-BE49-F238E27FC236}">
                <a16:creationId xmlns:a16="http://schemas.microsoft.com/office/drawing/2014/main" id="{E0FDE108-5CE0-EF87-AC8E-6C7090899911}"/>
              </a:ext>
            </a:extLst>
          </p:cNvPr>
          <p:cNvSpPr>
            <a:spLocks noGrp="1"/>
          </p:cNvSpPr>
          <p:nvPr>
            <p:ph type="sldNum" sz="quarter" idx="12"/>
          </p:nvPr>
        </p:nvSpPr>
        <p:spPr/>
        <p:txBody>
          <a:bodyPr/>
          <a:lstStyle>
            <a:lvl1pPr>
              <a:defRPr>
                <a:solidFill>
                  <a:srgbClr val="FFFFFF"/>
                </a:solidFill>
              </a:defRPr>
            </a:lvl1pPr>
          </a:lstStyle>
          <a:p>
            <a:pPr>
              <a:defRPr/>
            </a:pPr>
            <a:fld id="{D8DFD629-C138-4A63-9E9D-C349623F7B22}" type="slidenum">
              <a:rPr lang="en-US" altLang="en-US"/>
              <a:pPr>
                <a:defRPr/>
              </a:pPr>
              <a:t>‹#›</a:t>
            </a:fld>
            <a:endParaRPr lang="en-US" altLang="en-US" dirty="0"/>
          </a:p>
        </p:txBody>
      </p:sp>
    </p:spTree>
    <p:extLst>
      <p:ext uri="{BB962C8B-B14F-4D97-AF65-F5344CB8AC3E}">
        <p14:creationId xmlns:p14="http://schemas.microsoft.com/office/powerpoint/2010/main" val="231740451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CAFE6BBE-965D-1062-8A20-4CB1FA7B8E08}"/>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4" name="Footer Placeholder 2">
            <a:extLst>
              <a:ext uri="{FF2B5EF4-FFF2-40B4-BE49-F238E27FC236}">
                <a16:creationId xmlns:a16="http://schemas.microsoft.com/office/drawing/2014/main" id="{C70FC39E-1921-C87F-6AE2-DF776642F46D}"/>
              </a:ext>
            </a:extLst>
          </p:cNvPr>
          <p:cNvSpPr>
            <a:spLocks noGrp="1"/>
          </p:cNvSpPr>
          <p:nvPr>
            <p:ph type="ftr" sz="quarter" idx="11"/>
          </p:nvPr>
        </p:nvSpPr>
        <p:spPr/>
        <p:txBody>
          <a:bodyPr/>
          <a:lstStyle>
            <a:lvl1pPr>
              <a:defRPr/>
            </a:lvl1pPr>
          </a:lstStyle>
          <a:p>
            <a:pPr>
              <a:defRPr/>
            </a:pPr>
            <a:r>
              <a:rPr lang="en-US" dirty="0"/>
              <a:t>Final Review</a:t>
            </a:r>
          </a:p>
        </p:txBody>
      </p:sp>
      <p:sp>
        <p:nvSpPr>
          <p:cNvPr id="5" name="Slide Number Placeholder 22">
            <a:extLst>
              <a:ext uri="{FF2B5EF4-FFF2-40B4-BE49-F238E27FC236}">
                <a16:creationId xmlns:a16="http://schemas.microsoft.com/office/drawing/2014/main" id="{74FC7EA2-6143-704E-260B-DD4BE648285C}"/>
              </a:ext>
            </a:extLst>
          </p:cNvPr>
          <p:cNvSpPr>
            <a:spLocks noGrp="1"/>
          </p:cNvSpPr>
          <p:nvPr>
            <p:ph type="sldNum" sz="quarter" idx="12"/>
          </p:nvPr>
        </p:nvSpPr>
        <p:spPr>
          <a:ln/>
        </p:spPr>
        <p:txBody>
          <a:bodyPr/>
          <a:lstStyle>
            <a:lvl1pPr>
              <a:defRPr/>
            </a:lvl1pPr>
          </a:lstStyle>
          <a:p>
            <a:pPr>
              <a:defRPr/>
            </a:pPr>
            <a:fld id="{3AA2B866-DF31-4717-B83D-C2EF40188F67}" type="slidenum">
              <a:rPr lang="en-US" altLang="en-US"/>
              <a:pPr>
                <a:defRPr/>
              </a:pPr>
              <a:t>‹#›</a:t>
            </a:fld>
            <a:endParaRPr lang="en-US" altLang="en-US" dirty="0"/>
          </a:p>
        </p:txBody>
      </p:sp>
    </p:spTree>
    <p:extLst>
      <p:ext uri="{BB962C8B-B14F-4D97-AF65-F5344CB8AC3E}">
        <p14:creationId xmlns:p14="http://schemas.microsoft.com/office/powerpoint/2010/main" val="1922045189"/>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79604-897A-F532-1E08-3D858A3ABCB6}"/>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useBgFill="1">
        <p:nvSpPr>
          <p:cNvPr id="5" name="Rounded Rectangle 9">
            <a:extLst>
              <a:ext uri="{FF2B5EF4-FFF2-40B4-BE49-F238E27FC236}">
                <a16:creationId xmlns:a16="http://schemas.microsoft.com/office/drawing/2014/main" id="{E6C14606-A1DC-8EBF-5120-6A456F4F1AC8}"/>
              </a:ext>
            </a:extLst>
          </p:cNvPr>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EDCE739C-BA7B-D3ED-EC5B-53EF0D061CC4}"/>
              </a:ext>
            </a:extLst>
          </p:cNvPr>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Rectangle 6">
            <a:extLst>
              <a:ext uri="{FF2B5EF4-FFF2-40B4-BE49-F238E27FC236}">
                <a16:creationId xmlns:a16="http://schemas.microsoft.com/office/drawing/2014/main" id="{72E2BBF1-2530-E105-60CA-9EB53BD7DEB3}"/>
              </a:ext>
            </a:extLst>
          </p:cNvPr>
          <p:cNvSpPr/>
          <p:nvPr/>
        </p:nvSpPr>
        <p:spPr>
          <a:xfrm>
            <a:off x="92075" y="2341563"/>
            <a:ext cx="12018963"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Rectangle 7">
            <a:extLst>
              <a:ext uri="{FF2B5EF4-FFF2-40B4-BE49-F238E27FC236}">
                <a16:creationId xmlns:a16="http://schemas.microsoft.com/office/drawing/2014/main" id="{4815D293-DCB5-97D4-82AD-B49214CFA9C5}"/>
              </a:ext>
            </a:extLst>
          </p:cNvPr>
          <p:cNvSpPr/>
          <p:nvPr/>
        </p:nvSpPr>
        <p:spPr>
          <a:xfrm>
            <a:off x="90488" y="2468563"/>
            <a:ext cx="12020550"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9" name="Date Placeholder 3">
            <a:extLst>
              <a:ext uri="{FF2B5EF4-FFF2-40B4-BE49-F238E27FC236}">
                <a16:creationId xmlns:a16="http://schemas.microsoft.com/office/drawing/2014/main" id="{4762BFF1-1648-1EB0-F416-48BAF5B6F15B}"/>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10" name="Footer Placeholder 4">
            <a:extLst>
              <a:ext uri="{FF2B5EF4-FFF2-40B4-BE49-F238E27FC236}">
                <a16:creationId xmlns:a16="http://schemas.microsoft.com/office/drawing/2014/main" id="{2A7A1F52-51A5-28F6-6C5B-1BC9E59C7AA8}"/>
              </a:ext>
            </a:extLst>
          </p:cNvPr>
          <p:cNvSpPr>
            <a:spLocks noGrp="1"/>
          </p:cNvSpPr>
          <p:nvPr>
            <p:ph type="ftr" sz="quarter" idx="11"/>
          </p:nvPr>
        </p:nvSpPr>
        <p:spPr>
          <a:xfrm>
            <a:off x="1066800" y="6172200"/>
            <a:ext cx="5334000" cy="457200"/>
          </a:xfrm>
        </p:spPr>
        <p:txBody>
          <a:bodyPr/>
          <a:lstStyle>
            <a:lvl1pPr>
              <a:defRPr/>
            </a:lvl1pPr>
          </a:lstStyle>
          <a:p>
            <a:pPr>
              <a:defRPr/>
            </a:pPr>
            <a:r>
              <a:rPr lang="en-US" dirty="0"/>
              <a:t>Final Review</a:t>
            </a:r>
          </a:p>
        </p:txBody>
      </p:sp>
      <p:sp>
        <p:nvSpPr>
          <p:cNvPr id="11" name="Slide Number Placeholder 5">
            <a:extLst>
              <a:ext uri="{FF2B5EF4-FFF2-40B4-BE49-F238E27FC236}">
                <a16:creationId xmlns:a16="http://schemas.microsoft.com/office/drawing/2014/main" id="{797CAD7C-E95D-8230-D1CD-F1E59BF308F8}"/>
              </a:ext>
            </a:extLst>
          </p:cNvPr>
          <p:cNvSpPr>
            <a:spLocks noGrp="1"/>
          </p:cNvSpPr>
          <p:nvPr>
            <p:ph type="sldNum" sz="quarter" idx="12"/>
          </p:nvPr>
        </p:nvSpPr>
        <p:spPr>
          <a:xfrm>
            <a:off x="195263" y="6208713"/>
            <a:ext cx="609600" cy="457200"/>
          </a:xfrm>
        </p:spPr>
        <p:txBody>
          <a:bodyPr/>
          <a:lstStyle>
            <a:lvl1pPr>
              <a:defRPr/>
            </a:lvl1pPr>
          </a:lstStyle>
          <a:p>
            <a:pPr>
              <a:defRPr/>
            </a:pPr>
            <a:fld id="{4ADD4E64-3883-4332-BFB9-3618CF1BD9A9}" type="slidenum">
              <a:rPr lang="en-US" altLang="en-US"/>
              <a:pPr>
                <a:defRPr/>
              </a:pPr>
              <a:t>‹#›</a:t>
            </a:fld>
            <a:endParaRPr lang="en-US" altLang="en-US" dirty="0"/>
          </a:p>
        </p:txBody>
      </p:sp>
    </p:spTree>
    <p:extLst>
      <p:ext uri="{BB962C8B-B14F-4D97-AF65-F5344CB8AC3E}">
        <p14:creationId xmlns:p14="http://schemas.microsoft.com/office/powerpoint/2010/main" val="3732132537"/>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590DA4A1-03B6-8368-854D-5E53F1B69AB1}"/>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4" name="Footer Placeholder 2">
            <a:extLst>
              <a:ext uri="{FF2B5EF4-FFF2-40B4-BE49-F238E27FC236}">
                <a16:creationId xmlns:a16="http://schemas.microsoft.com/office/drawing/2014/main" id="{337A4B3D-E31C-D3BB-AEA8-4727164CF066}"/>
              </a:ext>
            </a:extLst>
          </p:cNvPr>
          <p:cNvSpPr>
            <a:spLocks noGrp="1"/>
          </p:cNvSpPr>
          <p:nvPr>
            <p:ph type="ftr" sz="quarter" idx="11"/>
          </p:nvPr>
        </p:nvSpPr>
        <p:spPr/>
        <p:txBody>
          <a:bodyPr/>
          <a:lstStyle>
            <a:lvl1pPr>
              <a:defRPr/>
            </a:lvl1pPr>
          </a:lstStyle>
          <a:p>
            <a:pPr>
              <a:defRPr/>
            </a:pPr>
            <a:r>
              <a:rPr lang="en-US" dirty="0"/>
              <a:t>Final Review</a:t>
            </a:r>
          </a:p>
        </p:txBody>
      </p:sp>
      <p:sp>
        <p:nvSpPr>
          <p:cNvPr id="5" name="Slide Number Placeholder 22">
            <a:extLst>
              <a:ext uri="{FF2B5EF4-FFF2-40B4-BE49-F238E27FC236}">
                <a16:creationId xmlns:a16="http://schemas.microsoft.com/office/drawing/2014/main" id="{B1E6E592-3A3E-D6AB-AE91-31EF626E2A55}"/>
              </a:ext>
            </a:extLst>
          </p:cNvPr>
          <p:cNvSpPr>
            <a:spLocks noGrp="1"/>
          </p:cNvSpPr>
          <p:nvPr>
            <p:ph type="sldNum" sz="quarter" idx="12"/>
          </p:nvPr>
        </p:nvSpPr>
        <p:spPr>
          <a:ln/>
        </p:spPr>
        <p:txBody>
          <a:bodyPr/>
          <a:lstStyle>
            <a:lvl1pPr>
              <a:defRPr/>
            </a:lvl1pPr>
          </a:lstStyle>
          <a:p>
            <a:pPr>
              <a:defRPr/>
            </a:pPr>
            <a:fld id="{A205CF6E-932A-413D-B22A-5C3B33C7CC2F}" type="slidenum">
              <a:rPr lang="en-US" altLang="en-US"/>
              <a:pPr>
                <a:defRPr/>
              </a:pPr>
              <a:t>‹#›</a:t>
            </a:fld>
            <a:endParaRPr lang="en-US" altLang="en-US" dirty="0"/>
          </a:p>
        </p:txBody>
      </p:sp>
    </p:spTree>
    <p:extLst>
      <p:ext uri="{BB962C8B-B14F-4D97-AF65-F5344CB8AC3E}">
        <p14:creationId xmlns:p14="http://schemas.microsoft.com/office/powerpoint/2010/main" val="24474596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5" name="Date Placeholder 13">
            <a:extLst>
              <a:ext uri="{FF2B5EF4-FFF2-40B4-BE49-F238E27FC236}">
                <a16:creationId xmlns:a16="http://schemas.microsoft.com/office/drawing/2014/main" id="{F3FE7CF9-BE9E-7AF4-DB1F-188D6DFA38C7}"/>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6" name="Footer Placeholder 2">
            <a:extLst>
              <a:ext uri="{FF2B5EF4-FFF2-40B4-BE49-F238E27FC236}">
                <a16:creationId xmlns:a16="http://schemas.microsoft.com/office/drawing/2014/main" id="{8FE76AE1-8B90-9C90-8283-B8338E523D44}"/>
              </a:ext>
            </a:extLst>
          </p:cNvPr>
          <p:cNvSpPr>
            <a:spLocks noGrp="1"/>
          </p:cNvSpPr>
          <p:nvPr>
            <p:ph type="ftr" sz="quarter" idx="11"/>
          </p:nvPr>
        </p:nvSpPr>
        <p:spPr/>
        <p:txBody>
          <a:bodyPr/>
          <a:lstStyle>
            <a:lvl1pPr>
              <a:defRPr/>
            </a:lvl1pPr>
          </a:lstStyle>
          <a:p>
            <a:pPr>
              <a:defRPr/>
            </a:pPr>
            <a:r>
              <a:rPr lang="en-US" dirty="0"/>
              <a:t>Final Review</a:t>
            </a:r>
          </a:p>
        </p:txBody>
      </p:sp>
      <p:sp>
        <p:nvSpPr>
          <p:cNvPr id="7" name="Slide Number Placeholder 22">
            <a:extLst>
              <a:ext uri="{FF2B5EF4-FFF2-40B4-BE49-F238E27FC236}">
                <a16:creationId xmlns:a16="http://schemas.microsoft.com/office/drawing/2014/main" id="{D825704D-0DCA-DAED-C674-BC8E4B5DC8CB}"/>
              </a:ext>
            </a:extLst>
          </p:cNvPr>
          <p:cNvSpPr>
            <a:spLocks noGrp="1"/>
          </p:cNvSpPr>
          <p:nvPr>
            <p:ph type="sldNum" sz="quarter" idx="12"/>
          </p:nvPr>
        </p:nvSpPr>
        <p:spPr>
          <a:ln/>
        </p:spPr>
        <p:txBody>
          <a:bodyPr/>
          <a:lstStyle>
            <a:lvl1pPr>
              <a:defRPr/>
            </a:lvl1pPr>
          </a:lstStyle>
          <a:p>
            <a:pPr>
              <a:defRPr/>
            </a:pPr>
            <a:fld id="{4853A23A-6F73-4B8D-B5CD-B19F9BC02F28}" type="slidenum">
              <a:rPr lang="en-US" altLang="en-US"/>
              <a:pPr>
                <a:defRPr/>
              </a:pPr>
              <a:t>‹#›</a:t>
            </a:fld>
            <a:endParaRPr lang="en-US" altLang="en-US" dirty="0"/>
          </a:p>
        </p:txBody>
      </p:sp>
    </p:spTree>
    <p:extLst>
      <p:ext uri="{BB962C8B-B14F-4D97-AF65-F5344CB8AC3E}">
        <p14:creationId xmlns:p14="http://schemas.microsoft.com/office/powerpoint/2010/main" val="117723983"/>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BE597638-4CBB-D8C3-EB49-870750B92B02}"/>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4" name="Footer Placeholder 2">
            <a:extLst>
              <a:ext uri="{FF2B5EF4-FFF2-40B4-BE49-F238E27FC236}">
                <a16:creationId xmlns:a16="http://schemas.microsoft.com/office/drawing/2014/main" id="{F81C1D57-39E7-480C-2C67-7275D2C92B47}"/>
              </a:ext>
            </a:extLst>
          </p:cNvPr>
          <p:cNvSpPr>
            <a:spLocks noGrp="1"/>
          </p:cNvSpPr>
          <p:nvPr>
            <p:ph type="ftr" sz="quarter" idx="11"/>
          </p:nvPr>
        </p:nvSpPr>
        <p:spPr/>
        <p:txBody>
          <a:bodyPr/>
          <a:lstStyle>
            <a:lvl1pPr>
              <a:defRPr/>
            </a:lvl1pPr>
          </a:lstStyle>
          <a:p>
            <a:pPr>
              <a:defRPr/>
            </a:pPr>
            <a:r>
              <a:rPr lang="en-US" dirty="0"/>
              <a:t>Final Review</a:t>
            </a:r>
          </a:p>
        </p:txBody>
      </p:sp>
      <p:sp>
        <p:nvSpPr>
          <p:cNvPr id="5" name="Slide Number Placeholder 22">
            <a:extLst>
              <a:ext uri="{FF2B5EF4-FFF2-40B4-BE49-F238E27FC236}">
                <a16:creationId xmlns:a16="http://schemas.microsoft.com/office/drawing/2014/main" id="{7D993BC2-BD66-8FD3-D0D6-921E0868B4D5}"/>
              </a:ext>
            </a:extLst>
          </p:cNvPr>
          <p:cNvSpPr>
            <a:spLocks noGrp="1"/>
          </p:cNvSpPr>
          <p:nvPr>
            <p:ph type="sldNum" sz="quarter" idx="12"/>
          </p:nvPr>
        </p:nvSpPr>
        <p:spPr>
          <a:ln/>
        </p:spPr>
        <p:txBody>
          <a:bodyPr/>
          <a:lstStyle>
            <a:lvl1pPr>
              <a:defRPr/>
            </a:lvl1pPr>
          </a:lstStyle>
          <a:p>
            <a:pPr>
              <a:defRPr/>
            </a:pPr>
            <a:fld id="{0AF766C0-D13B-49B1-9F95-94640CF7E3B9}" type="slidenum">
              <a:rPr lang="en-US" altLang="en-US"/>
              <a:pPr>
                <a:defRPr/>
              </a:pPr>
              <a:t>‹#›</a:t>
            </a:fld>
            <a:endParaRPr lang="en-US" altLang="en-US" dirty="0"/>
          </a:p>
        </p:txBody>
      </p:sp>
    </p:spTree>
    <p:extLst>
      <p:ext uri="{BB962C8B-B14F-4D97-AF65-F5344CB8AC3E}">
        <p14:creationId xmlns:p14="http://schemas.microsoft.com/office/powerpoint/2010/main" val="3179878451"/>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DDEE9B1E-1901-B37D-4BAE-BA3E96C80CAB}"/>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3" name="Footer Placeholder 2">
            <a:extLst>
              <a:ext uri="{FF2B5EF4-FFF2-40B4-BE49-F238E27FC236}">
                <a16:creationId xmlns:a16="http://schemas.microsoft.com/office/drawing/2014/main" id="{9D0D78EA-BD7E-CF71-1FC4-D4EDEA63403D}"/>
              </a:ext>
            </a:extLst>
          </p:cNvPr>
          <p:cNvSpPr>
            <a:spLocks noGrp="1"/>
          </p:cNvSpPr>
          <p:nvPr>
            <p:ph type="ftr" sz="quarter" idx="11"/>
          </p:nvPr>
        </p:nvSpPr>
        <p:spPr/>
        <p:txBody>
          <a:bodyPr/>
          <a:lstStyle>
            <a:lvl1pPr>
              <a:defRPr/>
            </a:lvl1pPr>
          </a:lstStyle>
          <a:p>
            <a:pPr>
              <a:defRPr/>
            </a:pPr>
            <a:r>
              <a:rPr lang="en-US" dirty="0"/>
              <a:t>Final Review</a:t>
            </a:r>
          </a:p>
        </p:txBody>
      </p:sp>
      <p:sp>
        <p:nvSpPr>
          <p:cNvPr id="4" name="Slide Number Placeholder 22">
            <a:extLst>
              <a:ext uri="{FF2B5EF4-FFF2-40B4-BE49-F238E27FC236}">
                <a16:creationId xmlns:a16="http://schemas.microsoft.com/office/drawing/2014/main" id="{25C555E7-BF3F-8B7E-CCF1-12AFEE60F4A1}"/>
              </a:ext>
            </a:extLst>
          </p:cNvPr>
          <p:cNvSpPr>
            <a:spLocks noGrp="1"/>
          </p:cNvSpPr>
          <p:nvPr>
            <p:ph type="sldNum" sz="quarter" idx="12"/>
          </p:nvPr>
        </p:nvSpPr>
        <p:spPr>
          <a:ln/>
        </p:spPr>
        <p:txBody>
          <a:bodyPr/>
          <a:lstStyle>
            <a:lvl1pPr>
              <a:defRPr/>
            </a:lvl1pPr>
          </a:lstStyle>
          <a:p>
            <a:pPr>
              <a:defRPr/>
            </a:pPr>
            <a:fld id="{F30373C5-36E2-45E5-9771-D1624834DA87}" type="slidenum">
              <a:rPr lang="en-US" altLang="en-US"/>
              <a:pPr>
                <a:defRPr/>
              </a:pPr>
              <a:t>‹#›</a:t>
            </a:fld>
            <a:endParaRPr lang="en-US" altLang="en-US" dirty="0"/>
          </a:p>
        </p:txBody>
      </p:sp>
    </p:spTree>
    <p:extLst>
      <p:ext uri="{BB962C8B-B14F-4D97-AF65-F5344CB8AC3E}">
        <p14:creationId xmlns:p14="http://schemas.microsoft.com/office/powerpoint/2010/main" val="104998109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91502E-DB51-EB87-21F3-3029E7315FDA}"/>
              </a:ext>
            </a:extLst>
          </p:cNvPr>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useBgFill="1">
        <p:nvSpPr>
          <p:cNvPr id="5" name="Rounded Rectangle 8">
            <a:extLst>
              <a:ext uri="{FF2B5EF4-FFF2-40B4-BE49-F238E27FC236}">
                <a16:creationId xmlns:a16="http://schemas.microsoft.com/office/drawing/2014/main" id="{8DA60C55-70C2-94AA-5C4D-F81704881447}"/>
              </a:ext>
            </a:extLst>
          </p:cNvPr>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6" name="Date Placeholder 4">
            <a:extLst>
              <a:ext uri="{FF2B5EF4-FFF2-40B4-BE49-F238E27FC236}">
                <a16:creationId xmlns:a16="http://schemas.microsoft.com/office/drawing/2014/main" id="{2487BF32-AE47-3E28-A42C-0ADCF3AE60BB}"/>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7" name="Footer Placeholder 5">
            <a:extLst>
              <a:ext uri="{FF2B5EF4-FFF2-40B4-BE49-F238E27FC236}">
                <a16:creationId xmlns:a16="http://schemas.microsoft.com/office/drawing/2014/main" id="{CA2713DC-9223-8DDF-77EA-B12FBDA37E7B}"/>
              </a:ext>
            </a:extLst>
          </p:cNvPr>
          <p:cNvSpPr>
            <a:spLocks noGrp="1"/>
          </p:cNvSpPr>
          <p:nvPr>
            <p:ph type="ftr" sz="quarter" idx="11"/>
          </p:nvPr>
        </p:nvSpPr>
        <p:spPr/>
        <p:txBody>
          <a:bodyPr/>
          <a:lstStyle>
            <a:lvl1pPr>
              <a:defRPr/>
            </a:lvl1pPr>
          </a:lstStyle>
          <a:p>
            <a:pPr>
              <a:defRPr/>
            </a:pPr>
            <a:r>
              <a:rPr lang="en-US" dirty="0"/>
              <a:t>Final Review</a:t>
            </a:r>
          </a:p>
        </p:txBody>
      </p:sp>
      <p:sp>
        <p:nvSpPr>
          <p:cNvPr id="8" name="Slide Number Placeholder 6">
            <a:extLst>
              <a:ext uri="{FF2B5EF4-FFF2-40B4-BE49-F238E27FC236}">
                <a16:creationId xmlns:a16="http://schemas.microsoft.com/office/drawing/2014/main" id="{B610BB8C-A229-269E-0ECA-803917914DAB}"/>
              </a:ext>
            </a:extLst>
          </p:cNvPr>
          <p:cNvSpPr>
            <a:spLocks noGrp="1"/>
          </p:cNvSpPr>
          <p:nvPr>
            <p:ph type="sldNum" sz="quarter" idx="12"/>
          </p:nvPr>
        </p:nvSpPr>
        <p:spPr/>
        <p:txBody>
          <a:bodyPr/>
          <a:lstStyle>
            <a:lvl1pPr>
              <a:defRPr/>
            </a:lvl1pPr>
          </a:lstStyle>
          <a:p>
            <a:pPr>
              <a:defRPr/>
            </a:pPr>
            <a:fld id="{1F06B038-C6AD-4407-87A4-0333F8CDDEEF}" type="slidenum">
              <a:rPr lang="en-US" altLang="en-US"/>
              <a:pPr>
                <a:defRPr/>
              </a:pPr>
              <a:t>‹#›</a:t>
            </a:fld>
            <a:endParaRPr lang="en-US" altLang="en-US" dirty="0"/>
          </a:p>
        </p:txBody>
      </p:sp>
    </p:spTree>
    <p:extLst>
      <p:ext uri="{BB962C8B-B14F-4D97-AF65-F5344CB8AC3E}">
        <p14:creationId xmlns:p14="http://schemas.microsoft.com/office/powerpoint/2010/main" val="27606373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6F3BDF-41E5-BF70-16F1-B3426D0B3159}"/>
              </a:ext>
            </a:extLst>
          </p:cNvPr>
          <p:cNvSpPr/>
          <p:nvPr/>
        </p:nvSpPr>
        <p:spPr>
          <a:xfrm flipV="1">
            <a:off x="90488" y="4683125"/>
            <a:ext cx="12009437"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17FC599A-5244-AC32-7A9E-D46068E454D0}"/>
              </a:ext>
            </a:extLst>
          </p:cNvPr>
          <p:cNvSpPr/>
          <p:nvPr/>
        </p:nvSpPr>
        <p:spPr>
          <a:xfrm>
            <a:off x="92075" y="4649788"/>
            <a:ext cx="12007850"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Rectangle 6">
            <a:extLst>
              <a:ext uri="{FF2B5EF4-FFF2-40B4-BE49-F238E27FC236}">
                <a16:creationId xmlns:a16="http://schemas.microsoft.com/office/drawing/2014/main" id="{10708410-30CD-3BD1-69D7-63B87D61BC5B}"/>
              </a:ext>
            </a:extLst>
          </p:cNvPr>
          <p:cNvSpPr/>
          <p:nvPr/>
        </p:nvSpPr>
        <p:spPr>
          <a:xfrm>
            <a:off x="92075" y="4773613"/>
            <a:ext cx="12007850" cy="4921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dirty="0"/>
              <a:t>Click icon to add picture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8" name="Date Placeholder 4">
            <a:extLst>
              <a:ext uri="{FF2B5EF4-FFF2-40B4-BE49-F238E27FC236}">
                <a16:creationId xmlns:a16="http://schemas.microsoft.com/office/drawing/2014/main" id="{F2DEFF8D-2DE0-55F5-078C-3FCBFE11035A}"/>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9" name="Footer Placeholder 5">
            <a:extLst>
              <a:ext uri="{FF2B5EF4-FFF2-40B4-BE49-F238E27FC236}">
                <a16:creationId xmlns:a16="http://schemas.microsoft.com/office/drawing/2014/main" id="{E71B544A-EC8B-9FC1-7223-E0C2FD372D8B}"/>
              </a:ext>
            </a:extLst>
          </p:cNvPr>
          <p:cNvSpPr>
            <a:spLocks noGrp="1"/>
          </p:cNvSpPr>
          <p:nvPr>
            <p:ph type="ftr" sz="quarter" idx="11"/>
          </p:nvPr>
        </p:nvSpPr>
        <p:spPr>
          <a:xfrm>
            <a:off x="1219200" y="6172200"/>
            <a:ext cx="5181600" cy="457200"/>
          </a:xfrm>
        </p:spPr>
        <p:txBody>
          <a:bodyPr/>
          <a:lstStyle>
            <a:lvl1pPr>
              <a:defRPr/>
            </a:lvl1pPr>
          </a:lstStyle>
          <a:p>
            <a:pPr>
              <a:defRPr/>
            </a:pPr>
            <a:r>
              <a:rPr lang="en-US" dirty="0"/>
              <a:t>Final Review</a:t>
            </a:r>
          </a:p>
        </p:txBody>
      </p:sp>
      <p:sp>
        <p:nvSpPr>
          <p:cNvPr id="10" name="Slide Number Placeholder 6">
            <a:extLst>
              <a:ext uri="{FF2B5EF4-FFF2-40B4-BE49-F238E27FC236}">
                <a16:creationId xmlns:a16="http://schemas.microsoft.com/office/drawing/2014/main" id="{87AA704E-0D15-7A1D-6D87-567C4550AC75}"/>
              </a:ext>
            </a:extLst>
          </p:cNvPr>
          <p:cNvSpPr>
            <a:spLocks noGrp="1"/>
          </p:cNvSpPr>
          <p:nvPr>
            <p:ph type="sldNum" sz="quarter" idx="12"/>
          </p:nvPr>
        </p:nvSpPr>
        <p:spPr>
          <a:xfrm>
            <a:off x="195263" y="6208713"/>
            <a:ext cx="609600" cy="457200"/>
          </a:xfrm>
        </p:spPr>
        <p:txBody>
          <a:bodyPr/>
          <a:lstStyle>
            <a:lvl1pPr>
              <a:defRPr/>
            </a:lvl1pPr>
          </a:lstStyle>
          <a:p>
            <a:pPr>
              <a:defRPr/>
            </a:pPr>
            <a:fld id="{D78A91EA-5315-4E8F-BE5D-CEA69D7FCBAC}" type="slidenum">
              <a:rPr lang="en-US" altLang="en-US"/>
              <a:pPr>
                <a:defRPr/>
              </a:pPr>
              <a:t>‹#›</a:t>
            </a:fld>
            <a:endParaRPr lang="en-US" altLang="en-US" dirty="0"/>
          </a:p>
        </p:txBody>
      </p:sp>
    </p:spTree>
    <p:extLst>
      <p:ext uri="{BB962C8B-B14F-4D97-AF65-F5344CB8AC3E}">
        <p14:creationId xmlns:p14="http://schemas.microsoft.com/office/powerpoint/2010/main" val="65259562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13">
            <a:extLst>
              <a:ext uri="{FF2B5EF4-FFF2-40B4-BE49-F238E27FC236}">
                <a16:creationId xmlns:a16="http://schemas.microsoft.com/office/drawing/2014/main" id="{4439AA5F-E3CA-6F66-6560-F496999619F3}"/>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5" name="Footer Placeholder 2">
            <a:extLst>
              <a:ext uri="{FF2B5EF4-FFF2-40B4-BE49-F238E27FC236}">
                <a16:creationId xmlns:a16="http://schemas.microsoft.com/office/drawing/2014/main" id="{4CD11661-EEEE-BDC0-6AAB-FE9CD3C3839B}"/>
              </a:ext>
            </a:extLst>
          </p:cNvPr>
          <p:cNvSpPr>
            <a:spLocks noGrp="1"/>
          </p:cNvSpPr>
          <p:nvPr>
            <p:ph type="ftr" sz="quarter" idx="11"/>
          </p:nvPr>
        </p:nvSpPr>
        <p:spPr/>
        <p:txBody>
          <a:bodyPr/>
          <a:lstStyle>
            <a:lvl1pPr>
              <a:defRPr/>
            </a:lvl1pPr>
          </a:lstStyle>
          <a:p>
            <a:pPr>
              <a:defRPr/>
            </a:pPr>
            <a:r>
              <a:rPr lang="en-US" dirty="0"/>
              <a:t>Final Review</a:t>
            </a:r>
          </a:p>
        </p:txBody>
      </p:sp>
      <p:sp>
        <p:nvSpPr>
          <p:cNvPr id="6" name="Slide Number Placeholder 22">
            <a:extLst>
              <a:ext uri="{FF2B5EF4-FFF2-40B4-BE49-F238E27FC236}">
                <a16:creationId xmlns:a16="http://schemas.microsoft.com/office/drawing/2014/main" id="{494F701D-81FE-60C1-290C-CB4930C464B9}"/>
              </a:ext>
            </a:extLst>
          </p:cNvPr>
          <p:cNvSpPr>
            <a:spLocks noGrp="1"/>
          </p:cNvSpPr>
          <p:nvPr>
            <p:ph type="sldNum" sz="quarter" idx="12"/>
          </p:nvPr>
        </p:nvSpPr>
        <p:spPr>
          <a:ln/>
        </p:spPr>
        <p:txBody>
          <a:bodyPr/>
          <a:lstStyle>
            <a:lvl1pPr>
              <a:defRPr/>
            </a:lvl1pPr>
          </a:lstStyle>
          <a:p>
            <a:pPr>
              <a:defRPr/>
            </a:pPr>
            <a:fld id="{47F652E0-A612-4B45-9DEC-0B1649C3CACB}" type="slidenum">
              <a:rPr lang="en-US" altLang="en-US"/>
              <a:pPr>
                <a:defRPr/>
              </a:pPr>
              <a:t>‹#›</a:t>
            </a:fld>
            <a:endParaRPr lang="en-US" altLang="en-US" dirty="0"/>
          </a:p>
        </p:txBody>
      </p:sp>
    </p:spTree>
    <p:extLst>
      <p:ext uri="{BB962C8B-B14F-4D97-AF65-F5344CB8AC3E}">
        <p14:creationId xmlns:p14="http://schemas.microsoft.com/office/powerpoint/2010/main" val="3677515982"/>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4" name="Date Placeholder 13">
            <a:extLst>
              <a:ext uri="{FF2B5EF4-FFF2-40B4-BE49-F238E27FC236}">
                <a16:creationId xmlns:a16="http://schemas.microsoft.com/office/drawing/2014/main" id="{48CB3A6B-EB2D-A2E5-98F0-543357398829}"/>
              </a:ext>
            </a:extLst>
          </p:cNvPr>
          <p:cNvSpPr>
            <a:spLocks noGrp="1"/>
          </p:cNvSpPr>
          <p:nvPr>
            <p:ph type="dt" sz="half" idx="10"/>
          </p:nvPr>
        </p:nvSpPr>
        <p:spPr/>
        <p:txBody>
          <a:bodyPr/>
          <a:lstStyle>
            <a:lvl1pPr>
              <a:defRPr/>
            </a:lvl1pPr>
          </a:lstStyle>
          <a:p>
            <a:pPr>
              <a:defRPr/>
            </a:pPr>
            <a:r>
              <a:rPr lang="en-US" dirty="0"/>
              <a:t>Tuesday, December 31, 2024</a:t>
            </a:r>
          </a:p>
        </p:txBody>
      </p:sp>
      <p:sp>
        <p:nvSpPr>
          <p:cNvPr id="5" name="Footer Placeholder 2">
            <a:extLst>
              <a:ext uri="{FF2B5EF4-FFF2-40B4-BE49-F238E27FC236}">
                <a16:creationId xmlns:a16="http://schemas.microsoft.com/office/drawing/2014/main" id="{CB57205C-987D-43D7-092F-1594C9EDCE5E}"/>
              </a:ext>
            </a:extLst>
          </p:cNvPr>
          <p:cNvSpPr>
            <a:spLocks noGrp="1"/>
          </p:cNvSpPr>
          <p:nvPr>
            <p:ph type="ftr" sz="quarter" idx="11"/>
          </p:nvPr>
        </p:nvSpPr>
        <p:spPr/>
        <p:txBody>
          <a:bodyPr/>
          <a:lstStyle>
            <a:lvl1pPr>
              <a:defRPr/>
            </a:lvl1pPr>
          </a:lstStyle>
          <a:p>
            <a:pPr>
              <a:defRPr/>
            </a:pPr>
            <a:r>
              <a:rPr lang="en-US" dirty="0"/>
              <a:t>Final Review</a:t>
            </a:r>
          </a:p>
        </p:txBody>
      </p:sp>
      <p:sp>
        <p:nvSpPr>
          <p:cNvPr id="6" name="Slide Number Placeholder 22">
            <a:extLst>
              <a:ext uri="{FF2B5EF4-FFF2-40B4-BE49-F238E27FC236}">
                <a16:creationId xmlns:a16="http://schemas.microsoft.com/office/drawing/2014/main" id="{1D0F0EA6-C4B0-22B5-AA59-4A62103BE79C}"/>
              </a:ext>
            </a:extLst>
          </p:cNvPr>
          <p:cNvSpPr>
            <a:spLocks noGrp="1"/>
          </p:cNvSpPr>
          <p:nvPr>
            <p:ph type="sldNum" sz="quarter" idx="12"/>
          </p:nvPr>
        </p:nvSpPr>
        <p:spPr>
          <a:ln/>
        </p:spPr>
        <p:txBody>
          <a:bodyPr/>
          <a:lstStyle>
            <a:lvl1pPr>
              <a:defRPr/>
            </a:lvl1pPr>
          </a:lstStyle>
          <a:p>
            <a:pPr>
              <a:defRPr/>
            </a:pPr>
            <a:fld id="{4543400E-9841-416C-95F2-EE049772CE88}" type="slidenum">
              <a:rPr lang="en-US" altLang="en-US"/>
              <a:pPr>
                <a:defRPr/>
              </a:pPr>
              <a:t>‹#›</a:t>
            </a:fld>
            <a:endParaRPr lang="en-US" altLang="en-US" dirty="0"/>
          </a:p>
        </p:txBody>
      </p:sp>
    </p:spTree>
    <p:extLst>
      <p:ext uri="{BB962C8B-B14F-4D97-AF65-F5344CB8AC3E}">
        <p14:creationId xmlns:p14="http://schemas.microsoft.com/office/powerpoint/2010/main" val="403499841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useBgFill="1">
        <p:nvSpPr>
          <p:cNvPr id="11" name="Rounded Rectangle 10">
            <a:extLst>
              <a:ext uri="{FF2B5EF4-FFF2-40B4-BE49-F238E27FC236}">
                <a16:creationId xmlns:a16="http://schemas.microsoft.com/office/drawing/2014/main" id="{8C4C6140-1D52-FF9A-4C91-EED263A4BCE4}"/>
              </a:ext>
            </a:extLst>
          </p:cNvPr>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4" name="Date Placeholder 13">
            <a:extLst>
              <a:ext uri="{FF2B5EF4-FFF2-40B4-BE49-F238E27FC236}">
                <a16:creationId xmlns:a16="http://schemas.microsoft.com/office/drawing/2014/main" id="{99593253-A065-64B6-166D-4019A6551092}"/>
              </a:ext>
            </a:extLst>
          </p:cNvPr>
          <p:cNvSpPr>
            <a:spLocks noGrp="1"/>
          </p:cNvSpPr>
          <p:nvPr>
            <p:ph type="dt" sz="half" idx="2"/>
          </p:nvPr>
        </p:nvSpPr>
        <p:spPr>
          <a:xfrm>
            <a:off x="8229600" y="6191250"/>
            <a:ext cx="33020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defRPr>
            </a:lvl1pPr>
          </a:lstStyle>
          <a:p>
            <a:pPr>
              <a:defRPr/>
            </a:pPr>
            <a:r>
              <a:rPr lang="en-US" dirty="0"/>
              <a:t>Tuesday, December 31, 2024</a:t>
            </a:r>
          </a:p>
        </p:txBody>
      </p:sp>
      <p:sp>
        <p:nvSpPr>
          <p:cNvPr id="3" name="Footer Placeholder 2">
            <a:extLst>
              <a:ext uri="{FF2B5EF4-FFF2-40B4-BE49-F238E27FC236}">
                <a16:creationId xmlns:a16="http://schemas.microsoft.com/office/drawing/2014/main" id="{6E02FBBA-4208-ED6E-2D6F-D9040309A6C5}"/>
              </a:ext>
            </a:extLst>
          </p:cNvPr>
          <p:cNvSpPr>
            <a:spLocks noGrp="1"/>
          </p:cNvSpPr>
          <p:nvPr>
            <p:ph type="ftr" sz="quarter" idx="3"/>
          </p:nvPr>
        </p:nvSpPr>
        <p:spPr>
          <a:xfrm>
            <a:off x="1219200" y="6172200"/>
            <a:ext cx="52832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a:defRPr/>
            </a:pPr>
            <a:r>
              <a:rPr lang="en-US" dirty="0"/>
              <a:t>Final Review</a:t>
            </a:r>
          </a:p>
        </p:txBody>
      </p:sp>
      <p:sp>
        <p:nvSpPr>
          <p:cNvPr id="23" name="Slide Number Placeholder 22">
            <a:extLst>
              <a:ext uri="{FF2B5EF4-FFF2-40B4-BE49-F238E27FC236}">
                <a16:creationId xmlns:a16="http://schemas.microsoft.com/office/drawing/2014/main" id="{65AA52CD-DDB5-ADF3-2A45-BCC4EF722FA9}"/>
              </a:ext>
            </a:extLst>
          </p:cNvPr>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prstTxWarp prst="textNoShape">
              <a:avLst/>
            </a:prstTxWarp>
            <a:noAutofit/>
          </a:bodyPr>
          <a:lstStyle>
            <a:lvl1pPr algn="ctr" eaLnBrk="1" hangingPunct="1">
              <a:defRPr sz="1400">
                <a:solidFill>
                  <a:schemeClr val="bg1"/>
                </a:solidFill>
                <a:latin typeface="Century Gothic" panose="020B0502020202020204" pitchFamily="34" charset="0"/>
              </a:defRPr>
            </a:lvl1pPr>
          </a:lstStyle>
          <a:p>
            <a:pPr>
              <a:defRPr/>
            </a:pPr>
            <a:fld id="{62BE4880-5BD1-45E0-A18E-93C6F72A4D6B}" type="slidenum">
              <a:rPr lang="en-US" altLang="en-US"/>
              <a:pPr>
                <a:defRPr/>
              </a:pPr>
              <a:t>‹#›</a:t>
            </a:fld>
            <a:endParaRPr lang="en-US" altLang="en-US" dirty="0"/>
          </a:p>
        </p:txBody>
      </p:sp>
      <p:sp>
        <p:nvSpPr>
          <p:cNvPr id="1030" name="Text Placeholder 12">
            <a:extLst>
              <a:ext uri="{FF2B5EF4-FFF2-40B4-BE49-F238E27FC236}">
                <a16:creationId xmlns:a16="http://schemas.microsoft.com/office/drawing/2014/main" id="{8533966B-93B7-8862-7FBB-F0D5ED204DAE}"/>
              </a:ext>
            </a:extLst>
          </p:cNvPr>
          <p:cNvSpPr>
            <a:spLocks noGrp="1" noChangeArrowheads="1"/>
          </p:cNvSpPr>
          <p:nvPr>
            <p:ph type="body" idx="1"/>
          </p:nvPr>
        </p:nvSpPr>
        <p:spPr bwMode="auto">
          <a:xfrm>
            <a:off x="1219200" y="1447800"/>
            <a:ext cx="10363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Title Placeholder 21">
            <a:extLst>
              <a:ext uri="{FF2B5EF4-FFF2-40B4-BE49-F238E27FC236}">
                <a16:creationId xmlns:a16="http://schemas.microsoft.com/office/drawing/2014/main" id="{1DCB2176-ED95-1D82-A788-680D435B13E0}"/>
              </a:ext>
            </a:extLst>
          </p:cNvPr>
          <p:cNvSpPr>
            <a:spLocks noGrp="1" noChangeArrowheads="1"/>
          </p:cNvSpPr>
          <p:nvPr>
            <p:ph type="title"/>
          </p:nvPr>
        </p:nvSpPr>
        <p:spPr bwMode="auto">
          <a:xfrm>
            <a:off x="1219200" y="274638"/>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4037" r:id="rId1"/>
    <p:sldLayoutId id="2147484030" r:id="rId2"/>
    <p:sldLayoutId id="2147484038" r:id="rId3"/>
    <p:sldLayoutId id="2147484031" r:id="rId4"/>
    <p:sldLayoutId id="2147484032" r:id="rId5"/>
    <p:sldLayoutId id="2147484033" r:id="rId6"/>
    <p:sldLayoutId id="2147484034" r:id="rId7"/>
    <p:sldLayoutId id="2147484039" r:id="rId8"/>
    <p:sldLayoutId id="2147484040" r:id="rId9"/>
    <p:sldLayoutId id="2147484035" r:id="rId10"/>
    <p:sldLayoutId id="2147484036" r:id="rId11"/>
  </p:sldLayoutIdLst>
  <p:transition spd="med">
    <p:fade/>
  </p:transition>
  <p:hf sldNum="0"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6" Type="http://schemas.openxmlformats.org/officeDocument/2006/relationships/image" Target="../media/image16.png"/><Relationship Id="rId21" Type="http://schemas.openxmlformats.org/officeDocument/2006/relationships/customXml" Target="../ink/ink10.xml"/><Relationship Id="rId42" Type="http://schemas.openxmlformats.org/officeDocument/2006/relationships/customXml" Target="../ink/ink20.xml"/><Relationship Id="rId47" Type="http://schemas.openxmlformats.org/officeDocument/2006/relationships/image" Target="../media/image26.png"/><Relationship Id="rId63" Type="http://schemas.openxmlformats.org/officeDocument/2006/relationships/image" Target="../media/image34.png"/><Relationship Id="rId68" Type="http://schemas.openxmlformats.org/officeDocument/2006/relationships/customXml" Target="../ink/ink33.xml"/><Relationship Id="rId84" Type="http://schemas.openxmlformats.org/officeDocument/2006/relationships/customXml" Target="../ink/ink41.xml"/><Relationship Id="rId89" Type="http://schemas.openxmlformats.org/officeDocument/2006/relationships/image" Target="../media/image47.png"/><Relationship Id="rId112" Type="http://schemas.openxmlformats.org/officeDocument/2006/relationships/customXml" Target="../ink/ink55.xml"/><Relationship Id="rId16" Type="http://schemas.openxmlformats.org/officeDocument/2006/relationships/image" Target="../media/image11.png"/><Relationship Id="rId107" Type="http://schemas.openxmlformats.org/officeDocument/2006/relationships/image" Target="../media/image56.png"/><Relationship Id="rId11" Type="http://schemas.openxmlformats.org/officeDocument/2006/relationships/customXml" Target="../ink/ink5.xml"/><Relationship Id="rId32" Type="http://schemas.openxmlformats.org/officeDocument/2006/relationships/customXml" Target="../ink/ink15.xml"/><Relationship Id="rId37" Type="http://schemas.openxmlformats.org/officeDocument/2006/relationships/image" Target="../media/image21.png"/><Relationship Id="rId53" Type="http://schemas.openxmlformats.org/officeDocument/2006/relationships/image" Target="../media/image29.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image" Target="../media/image42.png"/><Relationship Id="rId102" Type="http://schemas.openxmlformats.org/officeDocument/2006/relationships/customXml" Target="../ink/ink50.xml"/><Relationship Id="rId5" Type="http://schemas.openxmlformats.org/officeDocument/2006/relationships/customXml" Target="../ink/ink2.xml"/><Relationship Id="rId90" Type="http://schemas.openxmlformats.org/officeDocument/2006/relationships/customXml" Target="../ink/ink44.xml"/><Relationship Id="rId95" Type="http://schemas.openxmlformats.org/officeDocument/2006/relationships/image" Target="../media/image50.png"/><Relationship Id="rId22" Type="http://schemas.openxmlformats.org/officeDocument/2006/relationships/image" Target="../media/image14.png"/><Relationship Id="rId27" Type="http://schemas.openxmlformats.org/officeDocument/2006/relationships/image" Target="../media/image3.png"/><Relationship Id="rId43" Type="http://schemas.openxmlformats.org/officeDocument/2006/relationships/image" Target="../media/image24.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7.png"/><Relationship Id="rId113" Type="http://schemas.openxmlformats.org/officeDocument/2006/relationships/image" Target="../media/image59.png"/><Relationship Id="rId80" Type="http://schemas.openxmlformats.org/officeDocument/2006/relationships/customXml" Target="../ink/ink39.xml"/><Relationship Id="rId85" Type="http://schemas.openxmlformats.org/officeDocument/2006/relationships/image" Target="../media/image45.png"/><Relationship Id="rId12" Type="http://schemas.openxmlformats.org/officeDocument/2006/relationships/image" Target="../media/image9.png"/><Relationship Id="rId17" Type="http://schemas.openxmlformats.org/officeDocument/2006/relationships/customXml" Target="../ink/ink8.xml"/><Relationship Id="rId33" Type="http://schemas.openxmlformats.org/officeDocument/2006/relationships/image" Target="../media/image19.png"/><Relationship Id="rId38" Type="http://schemas.openxmlformats.org/officeDocument/2006/relationships/customXml" Target="../ink/ink18.xml"/><Relationship Id="rId59" Type="http://schemas.openxmlformats.org/officeDocument/2006/relationships/image" Target="../media/image32.png"/><Relationship Id="rId103" Type="http://schemas.openxmlformats.org/officeDocument/2006/relationships/image" Target="../media/image54.png"/><Relationship Id="rId108" Type="http://schemas.openxmlformats.org/officeDocument/2006/relationships/customXml" Target="../ink/ink53.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image" Target="../media/image40.png"/><Relationship Id="rId91" Type="http://schemas.openxmlformats.org/officeDocument/2006/relationships/image" Target="../media/image48.png"/><Relationship Id="rId96" Type="http://schemas.openxmlformats.org/officeDocument/2006/relationships/customXml" Target="../ink/ink47.xml"/><Relationship Id="rId1" Type="http://schemas.openxmlformats.org/officeDocument/2006/relationships/slideLayout" Target="../slideLayouts/slideLayout2.xml"/><Relationship Id="rId6" Type="http://schemas.openxmlformats.org/officeDocument/2006/relationships/image" Target="../media/image6.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7.png"/><Relationship Id="rId57" Type="http://schemas.openxmlformats.org/officeDocument/2006/relationships/image" Target="../media/image31.png"/><Relationship Id="rId106" Type="http://schemas.openxmlformats.org/officeDocument/2006/relationships/customXml" Target="../ink/ink52.xml"/><Relationship Id="rId114" Type="http://schemas.openxmlformats.org/officeDocument/2006/relationships/customXml" Target="../ink/ink56.xml"/><Relationship Id="rId10" Type="http://schemas.openxmlformats.org/officeDocument/2006/relationships/image" Target="../media/image8.png"/><Relationship Id="rId31" Type="http://schemas.openxmlformats.org/officeDocument/2006/relationships/image" Target="../media/image18.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5.png"/><Relationship Id="rId73" Type="http://schemas.openxmlformats.org/officeDocument/2006/relationships/image" Target="../media/image39.png"/><Relationship Id="rId78" Type="http://schemas.openxmlformats.org/officeDocument/2006/relationships/customXml" Target="../ink/ink38.xml"/><Relationship Id="rId81" Type="http://schemas.openxmlformats.org/officeDocument/2006/relationships/image" Target="../media/image43.png"/><Relationship Id="rId86" Type="http://schemas.openxmlformats.org/officeDocument/2006/relationships/customXml" Target="../ink/ink42.xml"/><Relationship Id="rId94" Type="http://schemas.openxmlformats.org/officeDocument/2006/relationships/customXml" Target="../ink/ink46.xml"/><Relationship Id="rId99" Type="http://schemas.openxmlformats.org/officeDocument/2006/relationships/image" Target="../media/image52.png"/><Relationship Id="rId101" Type="http://schemas.openxmlformats.org/officeDocument/2006/relationships/image" Target="../media/image53.png"/><Relationship Id="rId4" Type="http://schemas.openxmlformats.org/officeDocument/2006/relationships/image" Target="../media/image5.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12.png"/><Relationship Id="rId39" Type="http://schemas.openxmlformats.org/officeDocument/2006/relationships/image" Target="../media/image22.png"/><Relationship Id="rId109" Type="http://schemas.openxmlformats.org/officeDocument/2006/relationships/image" Target="../media/image57.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30.png"/><Relationship Id="rId76" Type="http://schemas.openxmlformats.org/officeDocument/2006/relationships/customXml" Target="../ink/ink37.xml"/><Relationship Id="rId97" Type="http://schemas.openxmlformats.org/officeDocument/2006/relationships/image" Target="../media/image51.png"/><Relationship Id="rId104" Type="http://schemas.openxmlformats.org/officeDocument/2006/relationships/customXml" Target="../ink/ink51.xml"/><Relationship Id="rId7" Type="http://schemas.openxmlformats.org/officeDocument/2006/relationships/customXml" Target="../ink/ink3.xml"/><Relationship Id="rId71" Type="http://schemas.openxmlformats.org/officeDocument/2006/relationships/image" Target="../media/image38.png"/><Relationship Id="rId92" Type="http://schemas.openxmlformats.org/officeDocument/2006/relationships/customXml" Target="../ink/ink45.xml"/><Relationship Id="rId2" Type="http://schemas.openxmlformats.org/officeDocument/2006/relationships/image" Target="../media/image4.png"/><Relationship Id="rId29" Type="http://schemas.openxmlformats.org/officeDocument/2006/relationships/image" Target="../media/image17.png"/><Relationship Id="rId24" Type="http://schemas.openxmlformats.org/officeDocument/2006/relationships/image" Target="../media/image15.png"/><Relationship Id="rId40" Type="http://schemas.openxmlformats.org/officeDocument/2006/relationships/customXml" Target="../ink/ink19.xml"/><Relationship Id="rId45" Type="http://schemas.openxmlformats.org/officeDocument/2006/relationships/image" Target="../media/image25.png"/><Relationship Id="rId66" Type="http://schemas.openxmlformats.org/officeDocument/2006/relationships/customXml" Target="../ink/ink32.xml"/><Relationship Id="rId87" Type="http://schemas.openxmlformats.org/officeDocument/2006/relationships/image" Target="../media/image46.png"/><Relationship Id="rId110" Type="http://schemas.openxmlformats.org/officeDocument/2006/relationships/customXml" Target="../ink/ink54.xml"/><Relationship Id="rId115" Type="http://schemas.openxmlformats.org/officeDocument/2006/relationships/image" Target="../media/image60.png"/><Relationship Id="rId61" Type="http://schemas.openxmlformats.org/officeDocument/2006/relationships/image" Target="../media/image33.png"/><Relationship Id="rId82" Type="http://schemas.openxmlformats.org/officeDocument/2006/relationships/customXml" Target="../ink/ink40.xml"/><Relationship Id="rId19" Type="http://schemas.openxmlformats.org/officeDocument/2006/relationships/customXml" Target="../ink/ink9.xml"/><Relationship Id="rId14" Type="http://schemas.openxmlformats.org/officeDocument/2006/relationships/image" Target="../media/image10.png"/><Relationship Id="rId30" Type="http://schemas.openxmlformats.org/officeDocument/2006/relationships/customXml" Target="../ink/ink14.xml"/><Relationship Id="rId35" Type="http://schemas.openxmlformats.org/officeDocument/2006/relationships/image" Target="../media/image20.png"/><Relationship Id="rId56" Type="http://schemas.openxmlformats.org/officeDocument/2006/relationships/customXml" Target="../ink/ink27.xml"/><Relationship Id="rId77" Type="http://schemas.openxmlformats.org/officeDocument/2006/relationships/image" Target="../media/image41.png"/><Relationship Id="rId100" Type="http://schemas.openxmlformats.org/officeDocument/2006/relationships/customXml" Target="../ink/ink49.xml"/><Relationship Id="rId105" Type="http://schemas.openxmlformats.org/officeDocument/2006/relationships/image" Target="../media/image55.png"/><Relationship Id="rId8" Type="http://schemas.openxmlformats.org/officeDocument/2006/relationships/image" Target="../media/image7.png"/><Relationship Id="rId51" Type="http://schemas.openxmlformats.org/officeDocument/2006/relationships/image" Target="../media/image28.png"/><Relationship Id="rId72" Type="http://schemas.openxmlformats.org/officeDocument/2006/relationships/customXml" Target="../ink/ink35.xml"/><Relationship Id="rId93" Type="http://schemas.openxmlformats.org/officeDocument/2006/relationships/image" Target="../media/image49.png"/><Relationship Id="rId98" Type="http://schemas.openxmlformats.org/officeDocument/2006/relationships/customXml" Target="../ink/ink48.xml"/><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customXml" Target="../ink/ink22.xml"/><Relationship Id="rId67" Type="http://schemas.openxmlformats.org/officeDocument/2006/relationships/image" Target="../media/image36.png"/><Relationship Id="rId20" Type="http://schemas.openxmlformats.org/officeDocument/2006/relationships/image" Target="../media/image13.png"/><Relationship Id="rId41" Type="http://schemas.openxmlformats.org/officeDocument/2006/relationships/image" Target="../media/image23.png"/><Relationship Id="rId62" Type="http://schemas.openxmlformats.org/officeDocument/2006/relationships/customXml" Target="../ink/ink30.xml"/><Relationship Id="rId83" Type="http://schemas.openxmlformats.org/officeDocument/2006/relationships/image" Target="../media/image44.png"/><Relationship Id="rId88" Type="http://schemas.openxmlformats.org/officeDocument/2006/relationships/customXml" Target="../ink/ink43.xml"/><Relationship Id="rId111"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A6127FE-7442-96F1-098A-D6BA1D9CB48B}"/>
              </a:ext>
            </a:extLst>
          </p:cNvPr>
          <p:cNvSpPr>
            <a:spLocks noGrp="1"/>
          </p:cNvSpPr>
          <p:nvPr>
            <p:ph type="subTitle" idx="1"/>
          </p:nvPr>
        </p:nvSpPr>
        <p:spPr>
          <a:xfrm>
            <a:off x="574369" y="2682815"/>
            <a:ext cx="11127160" cy="4097547"/>
          </a:xfrm>
        </p:spPr>
        <p:txBody>
          <a:bodyPr>
            <a:normAutofit fontScale="32500" lnSpcReduction="20000"/>
          </a:bodyPr>
          <a:lstStyle/>
          <a:p>
            <a:pPr eaLnBrk="1" fontAlgn="auto" hangingPunct="1">
              <a:lnSpc>
                <a:spcPct val="120000"/>
              </a:lnSpc>
              <a:spcBef>
                <a:spcPts val="580"/>
              </a:spcBef>
              <a:spcAft>
                <a:spcPts val="0"/>
              </a:spcAft>
              <a:buFont typeface="Wingdings 2"/>
              <a:buNone/>
              <a:defRPr/>
            </a:pPr>
            <a:endParaRPr lang="en-US" sz="4300"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eaLnBrk="1" fontAlgn="auto" hangingPunct="1">
              <a:lnSpc>
                <a:spcPct val="120000"/>
              </a:lnSpc>
              <a:spcBef>
                <a:spcPts val="580"/>
              </a:spcBef>
              <a:spcAft>
                <a:spcPts val="0"/>
              </a:spcAft>
              <a:buFont typeface="Wingdings 2"/>
              <a:buNone/>
              <a:defRPr/>
            </a:pPr>
            <a:r>
              <a:rPr lang="en-US" sz="8000" b="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Presented by:</a:t>
            </a:r>
          </a:p>
          <a:p>
            <a:pPr eaLnBrk="1" fontAlgn="auto" hangingPunct="1">
              <a:lnSpc>
                <a:spcPct val="120000"/>
              </a:lnSpc>
              <a:spcBef>
                <a:spcPts val="580"/>
              </a:spcBef>
              <a:spcAft>
                <a:spcPts val="0"/>
              </a:spcAft>
              <a:buFont typeface="Wingdings 2"/>
              <a:buNone/>
              <a:defRPr/>
            </a:pPr>
            <a:r>
              <a:rPr lang="en-US" sz="98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k.Hemanth</a:t>
            </a:r>
            <a:endParaRPr lang="en-US" sz="98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eaLnBrk="1" fontAlgn="auto" hangingPunct="1">
              <a:lnSpc>
                <a:spcPct val="120000"/>
              </a:lnSpc>
              <a:spcBef>
                <a:spcPts val="580"/>
              </a:spcBef>
              <a:spcAft>
                <a:spcPts val="0"/>
              </a:spcAft>
              <a:buFont typeface="Wingdings 2"/>
              <a:buNone/>
              <a:defRPr/>
            </a:pPr>
            <a:endParaRPr lang="en-US" sz="43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eaLnBrk="1" fontAlgn="auto" hangingPunct="1">
              <a:lnSpc>
                <a:spcPct val="120000"/>
              </a:lnSpc>
              <a:spcBef>
                <a:spcPts val="580"/>
              </a:spcBef>
              <a:spcAft>
                <a:spcPts val="0"/>
              </a:spcAft>
              <a:buFont typeface="Wingdings 2"/>
              <a:buNone/>
              <a:defRPr/>
            </a:pPr>
            <a:endParaRPr lang="en-US" sz="43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algn="r" eaLnBrk="1" fontAlgn="auto" hangingPunct="1">
              <a:lnSpc>
                <a:spcPct val="120000"/>
              </a:lnSpc>
              <a:spcBef>
                <a:spcPts val="580"/>
              </a:spcBef>
              <a:spcAft>
                <a:spcPts val="0"/>
              </a:spcAft>
              <a:buFont typeface="Wingdings 2"/>
              <a:buNone/>
              <a:defRPr/>
            </a:pPr>
            <a:r>
              <a:rPr lang="en-US" sz="43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US" sz="80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Under the Guidance of                                          </a:t>
            </a:r>
          </a:p>
          <a:p>
            <a:pPr algn="r" eaLnBrk="1" fontAlgn="auto" hangingPunct="1">
              <a:lnSpc>
                <a:spcPct val="120000"/>
              </a:lnSpc>
              <a:spcBef>
                <a:spcPts val="580"/>
              </a:spcBef>
              <a:spcAft>
                <a:spcPts val="0"/>
              </a:spcAft>
              <a:buFont typeface="Wingdings 2"/>
              <a:buNone/>
              <a:defRPr/>
            </a:pPr>
            <a:r>
              <a:rPr lang="en-US" sz="56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&amp;</a:t>
            </a:r>
          </a:p>
          <a:p>
            <a:pPr algn="r" eaLnBrk="1" fontAlgn="auto" hangingPunct="1">
              <a:lnSpc>
                <a:spcPct val="120000"/>
              </a:lnSpc>
              <a:spcBef>
                <a:spcPts val="580"/>
              </a:spcBef>
              <a:spcAft>
                <a:spcPts val="0"/>
              </a:spcAft>
              <a:buFont typeface="Wingdings 2"/>
              <a:buNone/>
              <a:defRPr/>
            </a:pPr>
            <a:r>
              <a:rPr lang="en-US" sz="56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a:t>
            </a:r>
          </a:p>
          <a:p>
            <a:pPr algn="r" eaLnBrk="1" fontAlgn="auto" hangingPunct="1">
              <a:lnSpc>
                <a:spcPct val="120000"/>
              </a:lnSpc>
              <a:spcBef>
                <a:spcPts val="580"/>
              </a:spcBef>
              <a:spcAft>
                <a:spcPts val="0"/>
              </a:spcAft>
              <a:buFont typeface="Wingdings 2"/>
              <a:buNone/>
              <a:defRPr/>
            </a:pPr>
            <a:r>
              <a:rPr lang="en-US" sz="56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Assistant professor</a:t>
            </a:r>
          </a:p>
          <a:p>
            <a:pPr algn="r" eaLnBrk="1" fontAlgn="auto" hangingPunct="1">
              <a:lnSpc>
                <a:spcPct val="120000"/>
              </a:lnSpc>
              <a:spcBef>
                <a:spcPts val="580"/>
              </a:spcBef>
              <a:spcAft>
                <a:spcPts val="0"/>
              </a:spcAft>
              <a:buFont typeface="Wingdings 2"/>
              <a:buNone/>
              <a:defRPr/>
            </a:pPr>
            <a:r>
              <a:rPr lang="en-US" sz="5600" b="1" dirty="0">
                <a:latin typeface="Times New Roman" panose="02020603050405020304" pitchFamily="18" charset="0"/>
                <a:ea typeface="Microsoft Sans Serif" panose="020B0604020202020204" pitchFamily="34" charset="0"/>
                <a:cs typeface="Times New Roman" panose="02020603050405020304" pitchFamily="18" charset="0"/>
              </a:rPr>
              <a:t>Department of			</a:t>
            </a:r>
          </a:p>
          <a:p>
            <a:pPr algn="r" eaLnBrk="1" fontAlgn="auto" hangingPunct="1">
              <a:lnSpc>
                <a:spcPct val="120000"/>
              </a:lnSpc>
              <a:spcBef>
                <a:spcPts val="580"/>
              </a:spcBef>
              <a:spcAft>
                <a:spcPts val="0"/>
              </a:spcAft>
              <a:buFont typeface="Wingdings 2"/>
              <a:buNone/>
              <a:defRPr/>
            </a:pPr>
            <a:endParaRPr lang="en-US" sz="43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eaLnBrk="1" fontAlgn="auto" hangingPunct="1">
              <a:spcBef>
                <a:spcPts val="580"/>
              </a:spcBef>
              <a:spcAft>
                <a:spcPts val="0"/>
              </a:spcAft>
              <a:buFont typeface="Wingdings 2"/>
              <a:buNone/>
              <a:defRPr/>
            </a:pPr>
            <a:endParaRPr lang="en-US" sz="4300" dirty="0"/>
          </a:p>
          <a:p>
            <a:pPr algn="r" eaLnBrk="1" fontAlgn="auto" hangingPunct="1">
              <a:lnSpc>
                <a:spcPct val="120000"/>
              </a:lnSpc>
              <a:spcBef>
                <a:spcPts val="580"/>
              </a:spcBef>
              <a:spcAft>
                <a:spcPts val="0"/>
              </a:spcAft>
              <a:buFont typeface="Wingdings 2"/>
              <a:buNone/>
              <a:defRPr/>
            </a:pPr>
            <a:endParaRPr lang="en-US" dirty="0"/>
          </a:p>
        </p:txBody>
      </p:sp>
      <p:sp>
        <p:nvSpPr>
          <p:cNvPr id="9219" name="Title 1">
            <a:extLst>
              <a:ext uri="{FF2B5EF4-FFF2-40B4-BE49-F238E27FC236}">
                <a16:creationId xmlns:a16="http://schemas.microsoft.com/office/drawing/2014/main" id="{B6F03E39-DAE3-F796-8ED5-91CF092B4229}"/>
              </a:ext>
            </a:extLst>
          </p:cNvPr>
          <p:cNvSpPr>
            <a:spLocks noGrp="1" noChangeArrowheads="1"/>
          </p:cNvSpPr>
          <p:nvPr>
            <p:ph type="ctrTitle"/>
          </p:nvPr>
        </p:nvSpPr>
        <p:spPr>
          <a:xfrm>
            <a:off x="-96837" y="1552402"/>
            <a:ext cx="11998325" cy="1630393"/>
          </a:xfrm>
        </p:spPr>
        <p:txBody>
          <a:bodyPr/>
          <a:lstStyle/>
          <a:p>
            <a:pPr eaLnBrk="1" hangingPunct="1"/>
            <a:r>
              <a:rPr lang="en-US" sz="4800" b="1" u="sng" kern="100" dirty="0">
                <a:effectLst/>
                <a:latin typeface="Calibri" panose="020F0502020204030204" pitchFamily="34" charset="0"/>
                <a:ea typeface="Calibri" panose="020F0502020204030204" pitchFamily="34" charset="0"/>
                <a:cs typeface="Times New Roman" panose="02020603050405020304" pitchFamily="18" charset="0"/>
              </a:rPr>
              <a:t>Adolescent Obesity Prediction System</a:t>
            </a:r>
            <a:br>
              <a:rPr lang="en-US" sz="4800" kern="100" dirty="0">
                <a:effectLst/>
                <a:latin typeface="Calibri" panose="020F0502020204030204" pitchFamily="34" charset="0"/>
                <a:ea typeface="Calibri" panose="020F0502020204030204" pitchFamily="34" charset="0"/>
                <a:cs typeface="Times New Roman" panose="02020603050405020304" pitchFamily="18" charset="0"/>
              </a:rPr>
            </a:br>
            <a:endParaRPr altLang="en-US" sz="4800" b="1" dirty="0">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9220" name="Picture 1">
            <a:extLst>
              <a:ext uri="{FF2B5EF4-FFF2-40B4-BE49-F238E27FC236}">
                <a16:creationId xmlns:a16="http://schemas.microsoft.com/office/drawing/2014/main" id="{41A4713B-F508-C287-3380-61A873009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10">
            <a:extLst>
              <a:ext uri="{FF2B5EF4-FFF2-40B4-BE49-F238E27FC236}">
                <a16:creationId xmlns:a16="http://schemas.microsoft.com/office/drawing/2014/main" id="{9793F3A9-7F8F-DF24-9287-5B26A2C1F5D5}"/>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pPr fontAlgn="base">
              <a:spcBef>
                <a:spcPct val="0"/>
              </a:spcBef>
              <a:spcAft>
                <a:spcPct val="0"/>
              </a:spcAft>
            </a:pPr>
            <a:fld id="{910DE20A-1332-4E1A-8FA3-5564CB799AE7}" type="datetime2">
              <a:rPr lang="en-US" altLang="en-US" smtClean="0">
                <a:solidFill>
                  <a:schemeClr val="tx2"/>
                </a:solidFill>
              </a:rPr>
              <a:pPr fontAlgn="base">
                <a:spcBef>
                  <a:spcPct val="0"/>
                </a:spcBef>
                <a:spcAft>
                  <a:spcPct val="0"/>
                </a:spcAft>
              </a:pPr>
              <a:t>Friday, December 27, 2024</a:t>
            </a:fld>
            <a:endParaRPr lang="en-US" altLang="en-US">
              <a:solidFill>
                <a:schemeClr val="tx2"/>
              </a:solidFill>
            </a:endParaRPr>
          </a:p>
        </p:txBody>
      </p:sp>
      <p:sp>
        <p:nvSpPr>
          <p:cNvPr id="3" name="Content Placeholder 2">
            <a:extLst>
              <a:ext uri="{FF2B5EF4-FFF2-40B4-BE49-F238E27FC236}">
                <a16:creationId xmlns:a16="http://schemas.microsoft.com/office/drawing/2014/main" id="{D69DEE1E-0D7C-4EC7-4AE4-5D436AFE8429}"/>
              </a:ext>
            </a:extLst>
          </p:cNvPr>
          <p:cNvSpPr>
            <a:spLocks noGrp="1"/>
          </p:cNvSpPr>
          <p:nvPr>
            <p:ph sz="quarter" idx="1"/>
          </p:nvPr>
        </p:nvSpPr>
        <p:spPr>
          <a:xfrm>
            <a:off x="1219200" y="1081088"/>
            <a:ext cx="9496425" cy="5072062"/>
          </a:xfrm>
        </p:spPr>
        <p:txBody>
          <a:bodyPr>
            <a:normAutofit fontScale="32500" lnSpcReduction="20000"/>
          </a:bodyPr>
          <a:lstStyle/>
          <a:p>
            <a:pPr marL="274320" indent="-457063" eaLnBrk="1" fontAlgn="auto" hangingPunct="1">
              <a:lnSpc>
                <a:spcPct val="120000"/>
              </a:lnSpc>
              <a:spcBef>
                <a:spcPts val="800"/>
              </a:spcBef>
              <a:spcAft>
                <a:spcPts val="800"/>
              </a:spcAft>
              <a:buFont typeface="Wingdings" panose="05000000000000000000" pitchFamily="2" charset="2"/>
              <a:buChar char="q"/>
              <a:defRPr/>
            </a:pPr>
            <a:endParaRPr lang="en-IN" sz="3300" dirty="0">
              <a:latin typeface="Times New Roman" panose="02020603050405020304" pitchFamily="18" charset="0"/>
              <a:ea typeface="Microsoft Sans Serif" panose="020B0604020202020204" pitchFamily="34" charset="0"/>
              <a:cs typeface="Times New Roman" panose="02020603050405020304" pitchFamily="18" charset="0"/>
            </a:endParaRP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ABSTRACT</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INTRODUCTION</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LITERATURE REVIEW</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OBJECTIVE</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EXISTING METHOD</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PROPOSED METHOD</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US" sz="5600" dirty="0">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endParaRPr lang="en-IN" sz="5600" dirty="0">
              <a:latin typeface="Times New Roman" panose="02020603050405020304" pitchFamily="18" charset="0"/>
              <a:ea typeface="Microsoft Sans Serif" panose="020B0604020202020204" pitchFamily="34" charset="0"/>
              <a:cs typeface="Times New Roman" panose="02020603050405020304" pitchFamily="18" charset="0"/>
            </a:endParaRP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ADVANTAGES AND APPLICATION</a:t>
            </a:r>
          </a:p>
          <a:p>
            <a:pPr marL="274320" indent="-457063" eaLnBrk="1" fontAlgn="auto" hangingPunct="1">
              <a:lnSpc>
                <a:spcPct val="120000"/>
              </a:lnSpc>
              <a:spcBef>
                <a:spcPts val="800"/>
              </a:spcBef>
              <a:spcAft>
                <a:spcPts val="800"/>
              </a:spcAft>
              <a:buFont typeface="Wingdings" panose="05000000000000000000" pitchFamily="2" charset="2"/>
              <a:buChar char="q"/>
              <a:defRPr/>
            </a:pPr>
            <a:r>
              <a:rPr lang="en-IN" sz="5600" dirty="0">
                <a:latin typeface="Times New Roman" panose="02020603050405020304" pitchFamily="18" charset="0"/>
                <a:ea typeface="Microsoft Sans Serif" panose="020B0604020202020204" pitchFamily="34" charset="0"/>
                <a:cs typeface="Times New Roman" panose="02020603050405020304" pitchFamily="18" charset="0"/>
              </a:rPr>
              <a:t>REFERENCES</a:t>
            </a:r>
          </a:p>
          <a:p>
            <a:pPr marL="274320" indent="-274320" eaLnBrk="1" fontAlgn="auto" hangingPunct="1">
              <a:spcBef>
                <a:spcPts val="580"/>
              </a:spcBef>
              <a:spcAft>
                <a:spcPts val="0"/>
              </a:spcAft>
              <a:buFont typeface="Wingdings 2"/>
              <a:buChar char=""/>
              <a:defRPr/>
            </a:pPr>
            <a:endParaRPr lang="en-IN" dirty="0"/>
          </a:p>
        </p:txBody>
      </p:sp>
      <p:sp>
        <p:nvSpPr>
          <p:cNvPr id="2" name="Title 1">
            <a:extLst>
              <a:ext uri="{FF2B5EF4-FFF2-40B4-BE49-F238E27FC236}">
                <a16:creationId xmlns:a16="http://schemas.microsoft.com/office/drawing/2014/main" id="{386012BD-7989-DAEF-BD0F-55BDC3D3C7A9}"/>
              </a:ext>
            </a:extLst>
          </p:cNvPr>
          <p:cNvSpPr>
            <a:spLocks noGrp="1"/>
          </p:cNvSpPr>
          <p:nvPr>
            <p:ph type="title"/>
          </p:nvPr>
        </p:nvSpPr>
        <p:spPr>
          <a:xfrm>
            <a:off x="358775" y="176213"/>
            <a:ext cx="11553825"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Outline</a:t>
            </a:r>
            <a:endParaRPr lang="en-IN"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1270" name="Footer Placeholder 11">
            <a:extLst>
              <a:ext uri="{FF2B5EF4-FFF2-40B4-BE49-F238E27FC236}">
                <a16:creationId xmlns:a16="http://schemas.microsoft.com/office/drawing/2014/main" id="{09F08520-56EF-B803-D87C-26BDFBDB9CD3}"/>
              </a:ext>
            </a:extLst>
          </p:cNvPr>
          <p:cNvSpPr txBox="1">
            <a:spLocks noChangeArrowheads="1"/>
          </p:cNvSpPr>
          <p:nvPr/>
        </p:nvSpPr>
        <p:spPr bwMode="auto">
          <a:xfrm>
            <a:off x="966788" y="6400800"/>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alatino Linotype" panose="02040502050505030304"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alatino Linotype" panose="02040502050505030304" pitchFamily="18" charset="0"/>
              </a:defRPr>
            </a:lvl2pPr>
            <a:lvl3pPr marL="1143000" indent="-228600">
              <a:spcBef>
                <a:spcPts val="375"/>
              </a:spcBef>
              <a:buClr>
                <a:srgbClr val="B1B8D2"/>
              </a:buClr>
              <a:buSzPct val="85000"/>
              <a:buFont typeface="Wingdings 2" panose="05020102010507070707" pitchFamily="18" charset="2"/>
              <a:buChar char=""/>
              <a:defRPr sz="2000">
                <a:solidFill>
                  <a:schemeClr val="tx1"/>
                </a:solidFill>
                <a:latin typeface="Palatino Linotype" panose="02040502050505030304" pitchFamily="18" charset="0"/>
              </a:defRPr>
            </a:lvl3pPr>
            <a:lvl4pPr marL="1600200" indent="-228600">
              <a:spcBef>
                <a:spcPts val="375"/>
              </a:spcBef>
              <a:buClr>
                <a:srgbClr val="297FD5"/>
              </a:buClr>
              <a:buSzPct val="80000"/>
              <a:buFont typeface="Wingdings 2" panose="05020102010507070707" pitchFamily="18" charset="2"/>
              <a:buChar char=""/>
              <a:defRPr sz="2000">
                <a:solidFill>
                  <a:schemeClr val="tx1"/>
                </a:solidFill>
                <a:latin typeface="Palatino Linotype" panose="02040502050505030304" pitchFamily="18" charset="0"/>
              </a:defRPr>
            </a:lvl4pPr>
            <a:lvl5pPr marL="2057400" indent="-228600">
              <a:spcBef>
                <a:spcPts val="375"/>
              </a:spcBef>
              <a:buClr>
                <a:srgbClr val="297FD5"/>
              </a:buClr>
              <a:buFont typeface="Arial" panose="020B0604020202020204" pitchFamily="34" charset="0"/>
              <a:buChar char="•"/>
              <a:defRPr sz="2000">
                <a:solidFill>
                  <a:schemeClr val="tx1"/>
                </a:solidFill>
                <a:latin typeface="Palatino Linotype" panose="02040502050505030304" pitchFamily="18" charset="0"/>
              </a:defRPr>
            </a:lvl5pPr>
            <a:lvl6pPr marL="25146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6pPr>
            <a:lvl7pPr marL="29718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7pPr>
            <a:lvl8pPr marL="34290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8pPr>
            <a:lvl9pPr marL="38862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9pPr>
          </a:lstStyle>
          <a:p>
            <a:pPr eaLnBrk="1" hangingPunct="1">
              <a:spcBef>
                <a:spcPct val="0"/>
              </a:spcBef>
              <a:buClrTx/>
              <a:buSzTx/>
              <a:buFontTx/>
              <a:buNone/>
            </a:pPr>
            <a:r>
              <a:rPr lang="en-US" altLang="en-US" sz="1400">
                <a:solidFill>
                  <a:schemeClr val="tx2"/>
                </a:solidFill>
              </a:rPr>
              <a:t>PROJECT VIVA-VOCE</a:t>
            </a:r>
          </a:p>
        </p:txBody>
      </p:sp>
      <p:pic>
        <p:nvPicPr>
          <p:cNvPr id="11271" name="Picture 4">
            <a:extLst>
              <a:ext uri="{FF2B5EF4-FFF2-40B4-BE49-F238E27FC236}">
                <a16:creationId xmlns:a16="http://schemas.microsoft.com/office/drawing/2014/main" id="{DEE9FC82-31AC-A7A8-7EF0-574B47D01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04288D-A0A6-CA15-A209-10DE94E95F23}"/>
              </a:ext>
            </a:extLst>
          </p:cNvPr>
          <p:cNvSpPr>
            <a:spLocks noGrp="1"/>
          </p:cNvSpPr>
          <p:nvPr>
            <p:ph sz="quarter" idx="1"/>
          </p:nvPr>
        </p:nvSpPr>
        <p:spPr>
          <a:xfrm>
            <a:off x="922714" y="1612668"/>
            <a:ext cx="10149840" cy="4407131"/>
          </a:xfrm>
        </p:spPr>
        <p:txBody>
          <a:bodyPr/>
          <a:lstStyle/>
          <a:p>
            <a:pPr marL="44450" indent="0" algn="just">
              <a:buNone/>
              <a:defRPr/>
            </a:pPr>
            <a:r>
              <a:rPr lang="en-US" sz="1600" b="0" i="0" dirty="0">
                <a:solidFill>
                  <a:srgbClr val="606060"/>
                </a:solidFill>
                <a:effectLst/>
                <a:latin typeface="Roboto" panose="020F0502020204030204" pitchFamily="2" charset="0"/>
              </a:rPr>
              <a:t>The global prevalence of childhood and adolescent obesity is a major concern due to its association with chronic diseases and long-term health risks. Artificial intelligence technology has been identified as a potential solution to accurately predict obesity rates and provide personalized feedback to adolescents. This study highlights the importance of early identification and prevention of obesity-related health issues. To develop effective algorithms for the prediction of obesity rates and provide personalized feedback, factors such as height, weight, waist circumference, calorie intake, physical activity levels, and other relevant health information must be taken into account. Therefore, by collecting health datasets from 321 adolescents who participated in Would You Do It! application, we proposed an adolescent obesity prediction system that provides personalized predictions and assists individuals in making informed health decisions. Our proposed deep learning framework, Deep Health Net, effectively trains the model using data augmentation techniques, even when daily health data are limited, resulting in improved prediction accuracy (acc: 0.8842). Additionally, the study revealed variations in the prediction of the obesity rate between boys (acc: 0.9320) and girls (acc: 0.9163), allowing the identification of disparities and the determination of the optimal time to provide feedback. Statistical analysis revealed that the performance of the proposed deep learning framework was more statistically significant (p&lt;0.001) compared to the other general models. The proposed system has the potential to effectively address childhood and adolescent obesity.</a:t>
            </a:r>
            <a:endParaRPr lang="en-IN" sz="1600" dirty="0"/>
          </a:p>
        </p:txBody>
      </p:sp>
      <p:sp>
        <p:nvSpPr>
          <p:cNvPr id="3" name="Title 2">
            <a:extLst>
              <a:ext uri="{FF2B5EF4-FFF2-40B4-BE49-F238E27FC236}">
                <a16:creationId xmlns:a16="http://schemas.microsoft.com/office/drawing/2014/main" id="{01B1E8BE-EBD2-CA10-47D1-A77820D12E27}"/>
              </a:ext>
            </a:extLst>
          </p:cNvPr>
          <p:cNvSpPr>
            <a:spLocks noGrp="1"/>
          </p:cNvSpPr>
          <p:nvPr>
            <p:ph type="title"/>
          </p:nvPr>
        </p:nvSpPr>
        <p:spPr/>
        <p:txBody>
          <a:bodyPr/>
          <a:lstStyle/>
          <a:p>
            <a:pPr algn="ctr">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Abstract</a:t>
            </a:r>
            <a:endParaRPr lang="en-IN" dirty="0"/>
          </a:p>
        </p:txBody>
      </p:sp>
      <p:pic>
        <p:nvPicPr>
          <p:cNvPr id="13316" name="Picture 6">
            <a:extLst>
              <a:ext uri="{FF2B5EF4-FFF2-40B4-BE49-F238E27FC236}">
                <a16:creationId xmlns:a16="http://schemas.microsoft.com/office/drawing/2014/main" id="{0BC15A93-5727-D14D-2A8F-C92773E97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7">
            <a:extLst>
              <a:ext uri="{FF2B5EF4-FFF2-40B4-BE49-F238E27FC236}">
                <a16:creationId xmlns:a16="http://schemas.microsoft.com/office/drawing/2014/main" id="{2AA03771-8DA7-6E24-DF45-159C3347AC6E}"/>
              </a:ext>
            </a:extLst>
          </p:cNvPr>
          <p:cNvSpPr>
            <a:spLocks noGrp="1"/>
          </p:cNvSpPr>
          <p:nvPr>
            <p:ph type="ftr" sz="quarter" idx="11"/>
          </p:nvPr>
        </p:nvSpPr>
        <p:spPr/>
        <p:txBody>
          <a:bodyPr/>
          <a:lstStyle/>
          <a:p>
            <a:pPr>
              <a:defRPr/>
            </a:pPr>
            <a:r>
              <a:rPr lang="en-US" dirty="0"/>
              <a:t>Final Review</a:t>
            </a:r>
          </a:p>
        </p:txBody>
      </p:sp>
      <p:sp>
        <p:nvSpPr>
          <p:cNvPr id="9" name="Date Placeholder 8">
            <a:extLst>
              <a:ext uri="{FF2B5EF4-FFF2-40B4-BE49-F238E27FC236}">
                <a16:creationId xmlns:a16="http://schemas.microsoft.com/office/drawing/2014/main" id="{7BFA8FFE-15F3-72B6-EE77-2E67AC15648B}"/>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6AAAC-F1E4-3A8D-B37D-9D5873EECF87}"/>
              </a:ext>
            </a:extLst>
          </p:cNvPr>
          <p:cNvSpPr>
            <a:spLocks noGrp="1"/>
          </p:cNvSpPr>
          <p:nvPr>
            <p:ph sz="quarter" idx="1"/>
          </p:nvPr>
        </p:nvSpPr>
        <p:spPr/>
        <p:txBody>
          <a:bodyPr>
            <a:normAutofit/>
          </a:bodyPr>
          <a:lstStyle/>
          <a:p>
            <a:r>
              <a:rPr lang="en-US" sz="1600" dirty="0"/>
              <a:t>Obesity has emerged as one of the most pressing global health challenges, affecting millions of adolescents worldwide. It is closely linked to an increased risk of chronic diseases, such as diabetes, cardiovascular conditions, and certain types of cancer. The rising prevalence of obesity among young individuals poses a significant threat to their immediate and long-term health, making early intervention and prevention crucial.</a:t>
            </a:r>
          </a:p>
          <a:p>
            <a:r>
              <a:rPr lang="en-US" sz="1600" dirty="0"/>
              <a:t>In recent years, the rapid advancement of machine learning (ML) technologies has paved the way for more effective and personalized healthcare solutions. Specifically, predictive modeling has the potential to significantly enhance the early detection of obesity risk, enabling timely interventions that can help prevent the onset of related health complications. Traditional methods of obesity risk assessment, which often rely on self-reported data or limited clinical measurements, may not provide the comprehensive insights needed to effectively manage and prevent obesity.</a:t>
            </a:r>
          </a:p>
          <a:p>
            <a:r>
              <a:rPr lang="en-US" sz="1600" dirty="0"/>
              <a:t>This project introduces a novel machine learning-based approach to predict obesity risk in adolescents using two powerful classification models: the </a:t>
            </a:r>
            <a:r>
              <a:rPr lang="en-US" sz="1600" dirty="0" err="1"/>
              <a:t>XGBoost</a:t>
            </a:r>
            <a:r>
              <a:rPr lang="en-US" sz="1600" dirty="0"/>
              <a:t> Classifier and the Stacking Classifier. Both models are well-suited to handle complex, high-dimensional datasets, allowing for highly accurate predictions based on various physical, demographic, and lifestyle attributes. The use of these advanced models is aimed at improving the precision of obesity risk assessments, offering personalized feedback that can inform healthcare decisions and behavioral interventions.</a:t>
            </a:r>
          </a:p>
          <a:p>
            <a:pPr marL="0" indent="0" eaLnBrk="1" fontAlgn="auto" hangingPunct="1">
              <a:spcBef>
                <a:spcPts val="580"/>
              </a:spcBef>
              <a:spcAft>
                <a:spcPts val="0"/>
              </a:spcAft>
              <a:buNone/>
              <a:defRPr/>
            </a:pPr>
            <a:endParaRPr lang="en-IN" sz="16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E8F63EA2-00B0-44E5-861F-09B5A846FD77}"/>
              </a:ext>
            </a:extLst>
          </p:cNvPr>
          <p:cNvSpPr>
            <a:spLocks noGrp="1"/>
          </p:cNvSpPr>
          <p:nvPr>
            <p:ph type="title"/>
          </p:nvPr>
        </p:nvSpPr>
        <p:spPr>
          <a:xfrm>
            <a:off x="944563" y="228600"/>
            <a:ext cx="10363200" cy="8382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Introduction</a:t>
            </a:r>
          </a:p>
        </p:txBody>
      </p:sp>
      <p:pic>
        <p:nvPicPr>
          <p:cNvPr id="14340" name="Picture 4">
            <a:extLst>
              <a:ext uri="{FF2B5EF4-FFF2-40B4-BE49-F238E27FC236}">
                <a16:creationId xmlns:a16="http://schemas.microsoft.com/office/drawing/2014/main" id="{17A54252-9A63-E69B-C0AF-710BF5CD1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057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a:extLst>
              <a:ext uri="{FF2B5EF4-FFF2-40B4-BE49-F238E27FC236}">
                <a16:creationId xmlns:a16="http://schemas.microsoft.com/office/drawing/2014/main" id="{99B8CEF3-BE99-BA5E-A615-B57F3EE4F4DB}"/>
              </a:ext>
            </a:extLst>
          </p:cNvPr>
          <p:cNvSpPr>
            <a:spLocks noGrp="1"/>
          </p:cNvSpPr>
          <p:nvPr>
            <p:ph type="ftr" sz="quarter" idx="11"/>
          </p:nvPr>
        </p:nvSpPr>
        <p:spPr/>
        <p:txBody>
          <a:bodyPr/>
          <a:lstStyle/>
          <a:p>
            <a:pPr>
              <a:defRPr/>
            </a:pPr>
            <a:r>
              <a:rPr lang="en-US" dirty="0"/>
              <a:t>Final Review</a:t>
            </a:r>
          </a:p>
        </p:txBody>
      </p:sp>
      <p:sp>
        <p:nvSpPr>
          <p:cNvPr id="7" name="Date Placeholder 6">
            <a:extLst>
              <a:ext uri="{FF2B5EF4-FFF2-40B4-BE49-F238E27FC236}">
                <a16:creationId xmlns:a16="http://schemas.microsoft.com/office/drawing/2014/main" id="{F4ED38F0-A504-53EC-F3F0-9B2D43E61D1F}"/>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172D36-8C14-D4C2-5567-152B01CEF4C7}"/>
              </a:ext>
            </a:extLst>
          </p:cNvPr>
          <p:cNvSpPr>
            <a:spLocks noGrp="1"/>
          </p:cNvSpPr>
          <p:nvPr>
            <p:ph sz="quarter" idx="1"/>
          </p:nvPr>
        </p:nvSpPr>
        <p:spPr>
          <a:xfrm>
            <a:off x="670560" y="1236980"/>
            <a:ext cx="10363200" cy="5430520"/>
          </a:xfrm>
        </p:spPr>
        <p:txBody>
          <a:bodyPr/>
          <a:lstStyle/>
          <a:p>
            <a:r>
              <a:rPr lang="en-US" sz="1800" dirty="0"/>
              <a:t>The dataset used in this study contains 2,111 instances with 17 attributes, representing factors such as body mass index (BMI), physical activity levels, dietary habits, and other relevant health indicators. By training the machine learning models on this dataset, the system classifies individuals into various obesity risk categories, enabling healthcare professionals to identify at-risk individuals and take preventative measures.</a:t>
            </a:r>
          </a:p>
          <a:p>
            <a:r>
              <a:rPr lang="en-US" sz="1800" dirty="0"/>
              <a:t>In addition to the core machine learning models, this project integrates a user-friendly web application, built with Python and Flask, to provide a seamless and interactive interface. This platform allows users—whether healthcare professionals or individuals seeking to assess their own obesity risk—to input relevant data and receive immediate, data-driven feedback.</a:t>
            </a:r>
          </a:p>
          <a:p>
            <a:r>
              <a:rPr lang="en-US" sz="1800" dirty="0"/>
              <a:t>By combining cutting-edge machine learning techniques with accessible technology, this obesity prediction system has the potential to play a significant role in global efforts to combat obesity. It offers a scalable, accurate, and efficient solution for identifying at-risk adolescents, facilitating early interventions, and promoting healthier lifestyle choices.</a:t>
            </a:r>
          </a:p>
          <a:p>
            <a:endParaRPr lang="en-US" sz="1800" dirty="0"/>
          </a:p>
        </p:txBody>
      </p:sp>
      <p:sp>
        <p:nvSpPr>
          <p:cNvPr id="4" name="Date Placeholder 3">
            <a:extLst>
              <a:ext uri="{FF2B5EF4-FFF2-40B4-BE49-F238E27FC236}">
                <a16:creationId xmlns:a16="http://schemas.microsoft.com/office/drawing/2014/main" id="{8C0002C4-BAD1-82C1-9AFA-A5E7AFCA5B77}"/>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6D9F1C30-9607-CCA1-C25C-11300EF74101}"/>
              </a:ext>
            </a:extLst>
          </p:cNvPr>
          <p:cNvSpPr>
            <a:spLocks noGrp="1"/>
          </p:cNvSpPr>
          <p:nvPr>
            <p:ph type="ftr" sz="quarter" idx="11"/>
          </p:nvPr>
        </p:nvSpPr>
        <p:spPr/>
        <p:txBody>
          <a:bodyPr/>
          <a:lstStyle/>
          <a:p>
            <a:pPr>
              <a:defRPr/>
            </a:pPr>
            <a:r>
              <a:rPr lang="en-US" dirty="0"/>
              <a:t>Final Review</a:t>
            </a:r>
          </a:p>
        </p:txBody>
      </p:sp>
      <p:pic>
        <p:nvPicPr>
          <p:cNvPr id="6" name="Picture 4">
            <a:extLst>
              <a:ext uri="{FF2B5EF4-FFF2-40B4-BE49-F238E27FC236}">
                <a16:creationId xmlns:a16="http://schemas.microsoft.com/office/drawing/2014/main" id="{0B6F5216-93A3-9C38-7E51-27F6E63E4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7063" y="39878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3812536"/>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A47CC1-D0F4-4B22-5041-EEB97BA00D87}"/>
              </a:ext>
            </a:extLst>
          </p:cNvPr>
          <p:cNvSpPr>
            <a:spLocks noGrp="1"/>
          </p:cNvSpPr>
          <p:nvPr>
            <p:ph sz="quarter" idx="1"/>
          </p:nvPr>
        </p:nvSpPr>
        <p:spPr>
          <a:xfrm>
            <a:off x="1219200" y="1447800"/>
            <a:ext cx="10358120" cy="4572000"/>
          </a:xfrm>
        </p:spPr>
        <p:txBody>
          <a:bodyPr/>
          <a:lstStyle/>
          <a:p>
            <a:pPr marL="0" indent="0">
              <a:buNone/>
            </a:pPr>
            <a:r>
              <a:rPr lang="en-US" sz="2000" b="1" dirty="0"/>
              <a:t>      Obesity Prediction Models</a:t>
            </a:r>
          </a:p>
          <a:p>
            <a:pPr>
              <a:buFont typeface="Wingdings" panose="05000000000000000000" pitchFamily="2" charset="2"/>
              <a:buChar char="q"/>
            </a:pPr>
            <a:r>
              <a:rPr lang="en-US" sz="2000" dirty="0"/>
              <a:t>Traditional approaches for predicting obesity risk often rely on basic physical metrics such as body mass index (BMI), waist circumference, and age. While these methods provide a basic understanding of obesity risk, they fail to capture the complexity of the issue. More recent studies have employed machine learning algorithms to create predictive models that can consider a wider range of variables, including dietary habits, physical activity levels, and genetic factors.</a:t>
            </a:r>
          </a:p>
          <a:p>
            <a:pPr>
              <a:buFont typeface="Wingdings" panose="05000000000000000000" pitchFamily="2" charset="2"/>
              <a:buChar char="q"/>
            </a:pPr>
            <a:r>
              <a:rPr lang="en-US" sz="2000" dirty="0"/>
              <a:t>Several studies have explored the use of machine learning techniques such as decision trees, support vector machines (SVM), and neural networks for predicting obesity. For example, a study by Mounika et al. (2020) applied decision trees to predict obesity risk in children and adolescents, achieving an accuracy of 88%. Similarly, a study by Singh et al. (2021) demonstrated the use of SVM for classifying obesity risk in a large dataset, achieving high classification accuracy based on factors like age, gender, and BMI.</a:t>
            </a:r>
          </a:p>
          <a:p>
            <a:pPr>
              <a:buFont typeface="Wingdings" panose="05000000000000000000" pitchFamily="2" charset="2"/>
              <a:buChar char="q"/>
            </a:pPr>
            <a:endParaRPr lang="en-US" sz="2000" dirty="0"/>
          </a:p>
        </p:txBody>
      </p:sp>
      <p:sp>
        <p:nvSpPr>
          <p:cNvPr id="4" name="Title 3">
            <a:extLst>
              <a:ext uri="{FF2B5EF4-FFF2-40B4-BE49-F238E27FC236}">
                <a16:creationId xmlns:a16="http://schemas.microsoft.com/office/drawing/2014/main" id="{14D033BE-1045-62F0-1227-1567AD4C6B42}"/>
              </a:ext>
            </a:extLst>
          </p:cNvPr>
          <p:cNvSpPr>
            <a:spLocks noGrp="1"/>
          </p:cNvSpPr>
          <p:nvPr>
            <p:ph type="title"/>
          </p:nvPr>
        </p:nvSpPr>
        <p:spPr>
          <a:xfrm>
            <a:off x="1219200" y="274638"/>
            <a:ext cx="8042787" cy="1143000"/>
          </a:xfrm>
        </p:spPr>
        <p:txBody>
          <a:bodyPr/>
          <a:lstStyle/>
          <a:p>
            <a:r>
              <a:rPr lang="en-IN" altLang="en-US" sz="4000" dirty="0">
                <a:solidFill>
                  <a:srgbClr val="0E58C4"/>
                </a:solidFill>
                <a:latin typeface="Times New Roman" panose="02020603050405020304" pitchFamily="18" charset="0"/>
                <a:ea typeface="Microsoft Sans Serif" panose="020B0604020202020204" pitchFamily="34" charset="0"/>
                <a:cs typeface="Times New Roman" panose="02020603050405020304" pitchFamily="18" charset="0"/>
              </a:rPr>
              <a:t>			Literature Survey</a:t>
            </a:r>
            <a:br>
              <a:rPr lang="en-IN" altLang="en-US" sz="4000" dirty="0">
                <a:solidFill>
                  <a:srgbClr val="0E58C4"/>
                </a:solidFill>
                <a:latin typeface="Times New Roman" panose="02020603050405020304" pitchFamily="18" charset="0"/>
                <a:ea typeface="Microsoft Sans Serif" panose="020B0604020202020204" pitchFamily="34" charset="0"/>
                <a:cs typeface="Times New Roman" panose="02020603050405020304" pitchFamily="18" charset="0"/>
              </a:rPr>
            </a:br>
            <a:r>
              <a:rPr lang="en-IN" altLang="en-US" sz="4000" dirty="0">
                <a:solidFill>
                  <a:srgbClr val="0E58C4"/>
                </a:solidFill>
                <a:latin typeface="Times New Roman" panose="02020603050405020304" pitchFamily="18" charset="0"/>
                <a:ea typeface="Microsoft Sans Serif" panose="020B0604020202020204" pitchFamily="34" charset="0"/>
                <a:cs typeface="Times New Roman" panose="02020603050405020304" pitchFamily="18" charset="0"/>
              </a:rPr>
              <a:t>	</a:t>
            </a:r>
            <a:endParaRPr lang="en-US" dirty="0"/>
          </a:p>
        </p:txBody>
      </p:sp>
      <p:sp>
        <p:nvSpPr>
          <p:cNvPr id="5" name="Date Placeholder 4">
            <a:extLst>
              <a:ext uri="{FF2B5EF4-FFF2-40B4-BE49-F238E27FC236}">
                <a16:creationId xmlns:a16="http://schemas.microsoft.com/office/drawing/2014/main" id="{C0235FBF-51EB-6ECE-12C9-79A21A4B993A}"/>
              </a:ext>
            </a:extLst>
          </p:cNvPr>
          <p:cNvSpPr>
            <a:spLocks noGrp="1"/>
          </p:cNvSpPr>
          <p:nvPr>
            <p:ph type="dt" sz="half" idx="10"/>
          </p:nvPr>
        </p:nvSpPr>
        <p:spPr/>
        <p:txBody>
          <a:bodyPr/>
          <a:lstStyle/>
          <a:p>
            <a:pPr>
              <a:defRPr/>
            </a:pPr>
            <a:r>
              <a:rPr lang="en-US" dirty="0"/>
              <a:t>Tuesday, December 31, 2024</a:t>
            </a:r>
          </a:p>
        </p:txBody>
      </p:sp>
      <p:sp>
        <p:nvSpPr>
          <p:cNvPr id="6" name="Footer Placeholder 5">
            <a:extLst>
              <a:ext uri="{FF2B5EF4-FFF2-40B4-BE49-F238E27FC236}">
                <a16:creationId xmlns:a16="http://schemas.microsoft.com/office/drawing/2014/main" id="{EFD840DC-662A-F9BF-A9AF-CB49A37D5EB5}"/>
              </a:ext>
            </a:extLst>
          </p:cNvPr>
          <p:cNvSpPr>
            <a:spLocks noGrp="1"/>
          </p:cNvSpPr>
          <p:nvPr>
            <p:ph type="ftr" sz="quarter" idx="11"/>
          </p:nvPr>
        </p:nvSpPr>
        <p:spPr/>
        <p:txBody>
          <a:bodyPr/>
          <a:lstStyle/>
          <a:p>
            <a:pPr>
              <a:defRPr/>
            </a:pPr>
            <a:r>
              <a:rPr lang="en-US" dirty="0"/>
              <a:t>Final Review</a:t>
            </a:r>
          </a:p>
        </p:txBody>
      </p:sp>
      <p:pic>
        <p:nvPicPr>
          <p:cNvPr id="9" name="Picture 1">
            <a:extLst>
              <a:ext uri="{FF2B5EF4-FFF2-40B4-BE49-F238E27FC236}">
                <a16:creationId xmlns:a16="http://schemas.microsoft.com/office/drawing/2014/main" id="{398D1E8A-F862-46DF-A31F-A70F45DFA9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1393" y="128857"/>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8654232"/>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A419BD-AB05-C698-49C6-2932AB58FA76}"/>
              </a:ext>
            </a:extLst>
          </p:cNvPr>
          <p:cNvSpPr>
            <a:spLocks noGrp="1"/>
          </p:cNvSpPr>
          <p:nvPr>
            <p:ph sz="quarter" idx="1"/>
          </p:nvPr>
        </p:nvSpPr>
        <p:spPr/>
        <p:txBody>
          <a:bodyPr/>
          <a:lstStyle/>
          <a:p>
            <a:pPr marL="0" indent="0">
              <a:buNone/>
            </a:pPr>
            <a:r>
              <a:rPr lang="en-US" sz="1600" b="1" dirty="0"/>
              <a:t>             Deep Learning in Obesity Prediction</a:t>
            </a:r>
          </a:p>
          <a:p>
            <a:pPr>
              <a:buFont typeface="Wingdings" panose="05000000000000000000" pitchFamily="2" charset="2"/>
              <a:buChar char="q"/>
            </a:pPr>
            <a:r>
              <a:rPr lang="en-US" sz="1600" dirty="0"/>
              <a:t>While traditional machine learning models have shown promise, more sophisticated techniques such as deep learning have been explored in recent years to improve prediction accuracy. Deep learning models, particularly those based on neural networks, are capable of handling large and complex datasets, making them well-suited for obesity prediction tasks. A deep learning model called </a:t>
            </a:r>
            <a:r>
              <a:rPr lang="en-US" sz="1600" b="1" dirty="0" err="1"/>
              <a:t>DeepHealthNet</a:t>
            </a:r>
            <a:r>
              <a:rPr lang="en-US" sz="1600" dirty="0"/>
              <a:t> was developed by Jeong et al. (2024) to predict adolescent obesity, achieving a remarkable accuracy of 88.42%. This model was trained using data from various health-related attributes, including BMI, physical activity, and calorie intake, and was able to provide personalized predictions with a high degree of reliability. The study also revealed that the model's performance varied between boys and girls, highlighting the importance of gender-specific predictions.</a:t>
            </a:r>
          </a:p>
          <a:p>
            <a:pPr>
              <a:buFont typeface="Wingdings" panose="05000000000000000000" pitchFamily="2" charset="2"/>
              <a:buChar char="q"/>
            </a:pPr>
            <a:r>
              <a:rPr lang="en-US" sz="1600" dirty="0"/>
              <a:t>Another significant contribution to the field is the use of convolutional neural networks (CNNs) in obesity prediction. CNNs, which are primarily used in image recognition tasks, have also been adapted for health data, especially when combined with other machine learning techniques. This integration of CNNs with other models enables the system to improve predictions by learning from both structured and unstructured data.</a:t>
            </a:r>
          </a:p>
          <a:p>
            <a:pPr>
              <a:buFont typeface="Wingdings" panose="05000000000000000000" pitchFamily="2" charset="2"/>
              <a:buChar char="q"/>
            </a:pPr>
            <a:endParaRPr lang="en-US" sz="1600" dirty="0"/>
          </a:p>
        </p:txBody>
      </p:sp>
      <p:sp>
        <p:nvSpPr>
          <p:cNvPr id="6" name="Date Placeholder 5">
            <a:extLst>
              <a:ext uri="{FF2B5EF4-FFF2-40B4-BE49-F238E27FC236}">
                <a16:creationId xmlns:a16="http://schemas.microsoft.com/office/drawing/2014/main" id="{59A23B90-6EE4-9DCD-5D7E-C1A5912CAE37}"/>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599560F1-202B-A9EA-3EB8-36739DDB20F8}"/>
              </a:ext>
            </a:extLst>
          </p:cNvPr>
          <p:cNvSpPr>
            <a:spLocks noGrp="1"/>
          </p:cNvSpPr>
          <p:nvPr>
            <p:ph type="ftr" sz="quarter" idx="11"/>
          </p:nvPr>
        </p:nvSpPr>
        <p:spPr/>
        <p:txBody>
          <a:bodyPr/>
          <a:lstStyle/>
          <a:p>
            <a:pPr>
              <a:defRPr/>
            </a:pPr>
            <a:r>
              <a:rPr lang="en-US"/>
              <a:t>Final Review</a:t>
            </a:r>
          </a:p>
        </p:txBody>
      </p:sp>
      <p:sp>
        <p:nvSpPr>
          <p:cNvPr id="10" name="Content Placeholder 2">
            <a:extLst>
              <a:ext uri="{FF2B5EF4-FFF2-40B4-BE49-F238E27FC236}">
                <a16:creationId xmlns:a16="http://schemas.microsoft.com/office/drawing/2014/main" id="{CFA430CA-69D7-B17E-856F-2E65B5055C4A}"/>
              </a:ext>
            </a:extLst>
          </p:cNvPr>
          <p:cNvSpPr txBox="1">
            <a:spLocks/>
          </p:cNvSpPr>
          <p:nvPr/>
        </p:nvSpPr>
        <p:spPr>
          <a:xfrm>
            <a:off x="1032387" y="1149350"/>
            <a:ext cx="10440219" cy="50419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fontAlgn="auto">
              <a:spcAft>
                <a:spcPts val="0"/>
              </a:spcAft>
              <a:buNone/>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0" indent="0" fontAlgn="auto">
              <a:spcAft>
                <a:spcPts val="0"/>
              </a:spcAft>
              <a:buNone/>
              <a:defRPr/>
            </a:pPr>
            <a:endParaRPr lang="en-IN" sz="1800" dirty="0">
              <a:latin typeface="Times New Roman" panose="02020603050405020304" pitchFamily="18" charset="0"/>
              <a:cs typeface="Times New Roman" panose="02020603050405020304" pitchFamily="18" charset="0"/>
            </a:endParaRPr>
          </a:p>
        </p:txBody>
      </p:sp>
      <p:pic>
        <p:nvPicPr>
          <p:cNvPr id="17456" name="Picture 1">
            <a:extLst>
              <a:ext uri="{FF2B5EF4-FFF2-40B4-BE49-F238E27FC236}">
                <a16:creationId xmlns:a16="http://schemas.microsoft.com/office/drawing/2014/main" id="{B9E1E4DE-F238-2152-FE14-4FE5A01E0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6164E4EA-A266-3A94-CBBD-94644E630E5C}"/>
              </a:ext>
            </a:extLst>
          </p:cNvPr>
          <p:cNvSpPr>
            <a:spLocks noGrp="1"/>
          </p:cNvSpPr>
          <p:nvPr>
            <p:ph sz="quarter" idx="1"/>
          </p:nvPr>
        </p:nvSpPr>
        <p:spPr>
          <a:xfrm>
            <a:off x="780176" y="1778466"/>
            <a:ext cx="10201013" cy="3982572"/>
          </a:xfrm>
        </p:spPr>
        <p:txBody>
          <a:bodyPr>
            <a:normAutofit fontScale="92500" lnSpcReduction="20000"/>
          </a:bodyPr>
          <a:lstStyle/>
          <a:p>
            <a:pPr eaLnBrk="1" fontAlgn="auto" hangingPunct="1">
              <a:spcBef>
                <a:spcPts val="580"/>
              </a:spcBef>
              <a:spcAft>
                <a:spcPts val="0"/>
              </a:spcAft>
              <a:buFont typeface="Wingdings" panose="05000000000000000000" pitchFamily="2" charset="2"/>
              <a:buChar char="q"/>
              <a:defRPr/>
            </a:pPr>
            <a:r>
              <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The primary objective of this project is to develop a machine learning-based system for accurately predicting obesity risk in adolescents. This system leverages two advanced classification models—</a:t>
            </a:r>
            <a:r>
              <a:rPr lang="en-US" sz="1800" dirty="0" err="1">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XGBoost</a:t>
            </a:r>
            <a:r>
              <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 Classifier and Stacking Classifier—to enhance prediction accuracy based on a wide range of physical, lifestyle, and demographic factors. The specific objectives of this project are as follows:</a:t>
            </a:r>
          </a:p>
          <a:p>
            <a:pPr eaLnBrk="1" fontAlgn="auto" hangingPunct="1">
              <a:spcBef>
                <a:spcPts val="580"/>
              </a:spcBef>
              <a:spcAft>
                <a:spcPts val="0"/>
              </a:spcAft>
              <a:buFont typeface="Wingdings" panose="05000000000000000000" pitchFamily="2" charset="2"/>
              <a:buChar char="q"/>
              <a:defRPr/>
            </a:pPr>
            <a:r>
              <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Obesity Risk Prediction: To design and implement an automated system that predicts obesity risk in adolescents using machine learning algorithms. The system will classify individuals into various obesity categories based on factors such as body mass index (BMI), physical activity levels, eating habits, age, and other relevant health metrics.</a:t>
            </a:r>
          </a:p>
          <a:p>
            <a:pPr eaLnBrk="1" fontAlgn="auto" hangingPunct="1">
              <a:spcBef>
                <a:spcPts val="580"/>
              </a:spcBef>
              <a:spcAft>
                <a:spcPts val="0"/>
              </a:spcAft>
              <a:buFont typeface="Wingdings" panose="05000000000000000000" pitchFamily="2" charset="2"/>
              <a:buChar char="q"/>
              <a:defRPr/>
            </a:pPr>
            <a:r>
              <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Integration of Advanced Classification Models: To explore the use of advanced machine learning techniques, specifically the </a:t>
            </a:r>
            <a:r>
              <a:rPr lang="en-US" sz="1800" dirty="0" err="1">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XGBoost</a:t>
            </a:r>
            <a:r>
              <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 Classifier and Stacking Classifier, to improve the accuracy of obesity predictions. By combining the strength of individual models, the system aims to provide a more robust and reliable prediction compared to traditional approaches.</a:t>
            </a:r>
          </a:p>
          <a:p>
            <a:pPr eaLnBrk="1" fontAlgn="auto" hangingPunct="1">
              <a:spcBef>
                <a:spcPts val="580"/>
              </a:spcBef>
              <a:spcAft>
                <a:spcPts val="0"/>
              </a:spcAft>
              <a:buFont typeface="Wingdings" panose="05000000000000000000" pitchFamily="2" charset="2"/>
              <a:buChar char="q"/>
              <a:defRPr/>
            </a:pPr>
            <a:r>
              <a:rPr lang="en-US"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Accuracy Optimization: To achieve high classification accuracy in both training and testing phases, ensuring that the obesity risk predictions are precise and reliable. The project seeks to optimize the system’s ability to handle large and complex datasets, ensuring that predictions are not only accurate but also generalizable across different adolescent populations.</a:t>
            </a: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57CA0C89-0110-97FD-87EC-E1BAC7CA0A8D}"/>
              </a:ext>
            </a:extLst>
          </p:cNvPr>
          <p:cNvSpPr>
            <a:spLocks noGrp="1"/>
          </p:cNvSpPr>
          <p:nvPr>
            <p:ph type="title"/>
          </p:nvPr>
        </p:nvSpPr>
        <p:spPr>
          <a:xfrm>
            <a:off x="361950" y="360363"/>
            <a:ext cx="11396663"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Objective</a:t>
            </a:r>
          </a:p>
        </p:txBody>
      </p:sp>
      <p:pic>
        <p:nvPicPr>
          <p:cNvPr id="20484" name="Picture 2">
            <a:extLst>
              <a:ext uri="{FF2B5EF4-FFF2-40B4-BE49-F238E27FC236}">
                <a16:creationId xmlns:a16="http://schemas.microsoft.com/office/drawing/2014/main" id="{614F4646-3A4F-D686-DABB-25F7BDF63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D0DF9FDC-3F73-88CA-4212-2B00FA055145}"/>
              </a:ext>
            </a:extLst>
          </p:cNvPr>
          <p:cNvSpPr>
            <a:spLocks noGrp="1"/>
          </p:cNvSpPr>
          <p:nvPr>
            <p:ph type="ftr" sz="quarter" idx="11"/>
          </p:nvPr>
        </p:nvSpPr>
        <p:spPr/>
        <p:txBody>
          <a:bodyPr/>
          <a:lstStyle/>
          <a:p>
            <a:pPr>
              <a:defRPr/>
            </a:pPr>
            <a:r>
              <a:rPr lang="en-US"/>
              <a:t>Final Review</a:t>
            </a:r>
          </a:p>
        </p:txBody>
      </p:sp>
      <p:sp>
        <p:nvSpPr>
          <p:cNvPr id="6" name="Date Placeholder 5">
            <a:extLst>
              <a:ext uri="{FF2B5EF4-FFF2-40B4-BE49-F238E27FC236}">
                <a16:creationId xmlns:a16="http://schemas.microsoft.com/office/drawing/2014/main" id="{8B3AA5CD-0B08-0AA9-238F-1DD077D445B5}"/>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F4E4301-69FE-3C9B-2BE8-C5F095AA9E1C}"/>
              </a:ext>
            </a:extLst>
          </p:cNvPr>
          <p:cNvSpPr>
            <a:spLocks noGrp="1"/>
          </p:cNvSpPr>
          <p:nvPr>
            <p:ph sz="quarter" idx="1"/>
          </p:nvPr>
        </p:nvSpPr>
        <p:spPr>
          <a:xfrm>
            <a:off x="744774" y="1454150"/>
            <a:ext cx="10302308" cy="4569046"/>
          </a:xfrm>
        </p:spPr>
        <p:txBody>
          <a:bodyPr>
            <a:normAutofit/>
          </a:bodyPr>
          <a:lstStyle/>
          <a:p>
            <a:pPr eaLnBrk="1" fontAlgn="auto" hangingPunct="1">
              <a:spcBef>
                <a:spcPts val="580"/>
              </a:spcBef>
              <a:spcAft>
                <a:spcPts val="0"/>
              </a:spcAft>
              <a:buFont typeface="Wingdings" panose="05000000000000000000" pitchFamily="2" charset="2"/>
              <a:buChar char="q"/>
              <a:defRPr/>
            </a:pPr>
            <a:r>
              <a:rPr lang="en-US" sz="16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Data Availability and Quality: Many obesity prediction systems rely on datasets that may be small, unbalanced, or lack sufficient diversity to generalize across populations. Additionally, missing data and inaccuracies in self-reported information can compromise model performance.</a:t>
            </a:r>
          </a:p>
          <a:p>
            <a:pPr eaLnBrk="1" fontAlgn="auto" hangingPunct="1">
              <a:spcBef>
                <a:spcPts val="580"/>
              </a:spcBef>
              <a:spcAft>
                <a:spcPts val="0"/>
              </a:spcAft>
              <a:buFont typeface="Wingdings" panose="05000000000000000000" pitchFamily="2" charset="2"/>
              <a:buChar char="q"/>
              <a:defRPr/>
            </a:pPr>
            <a:r>
              <a:rPr lang="en-US" sz="16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Accuracy and Interpretability: While some machine learning models, such as deep learning networks, show promising results, their lack of transparency (i.e., “black-box” nature) makes it difficult for healthcare professionals to trust and understand the predictions. Moreover, accuracy tends to vary across different populations, which may require models to be trained on specific demographic groups.</a:t>
            </a:r>
          </a:p>
          <a:p>
            <a:pPr eaLnBrk="1" fontAlgn="auto" hangingPunct="1">
              <a:spcBef>
                <a:spcPts val="580"/>
              </a:spcBef>
              <a:spcAft>
                <a:spcPts val="0"/>
              </a:spcAft>
              <a:buFont typeface="Wingdings" panose="05000000000000000000" pitchFamily="2" charset="2"/>
              <a:buChar char="q"/>
              <a:defRPr/>
            </a:pPr>
            <a:r>
              <a:rPr lang="en-US" sz="16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Personalization: Current systems often fail to deliver highly personalized recommendations. Adolescent obesity risk factors are influenced by a wide range of individual variables, including genetic predisposition, family history, and socio-economic conditions. Most existing systems lack the ability to dynamically adapt to these factors, limiting their ability to provide tailored health interventions.</a:t>
            </a:r>
          </a:p>
          <a:p>
            <a:pPr eaLnBrk="1" fontAlgn="auto" hangingPunct="1">
              <a:spcBef>
                <a:spcPts val="580"/>
              </a:spcBef>
              <a:spcAft>
                <a:spcPts val="0"/>
              </a:spcAft>
              <a:buFont typeface="Wingdings" panose="05000000000000000000" pitchFamily="2" charset="2"/>
              <a:buChar char="q"/>
              <a:defRPr/>
            </a:pPr>
            <a:r>
              <a:rPr lang="en-US" sz="16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rPr>
              <a:t>Real-Time and Dynamic Feedback: Most obesity prediction models provide one-time assessments, which are often static and not responsive to ongoing changes in an individual's lifestyle. Real-time health monitoring and prediction are critical for early detection and ongoing management of obesity, especially in the adolescent population where habits may change rapidly.</a:t>
            </a:r>
            <a:endParaRPr lang="en-IN" sz="16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6" name="Title 5">
            <a:extLst>
              <a:ext uri="{FF2B5EF4-FFF2-40B4-BE49-F238E27FC236}">
                <a16:creationId xmlns:a16="http://schemas.microsoft.com/office/drawing/2014/main" id="{C9FA059A-378B-9B87-0B32-22C6285FBE9F}"/>
              </a:ext>
            </a:extLst>
          </p:cNvPr>
          <p:cNvSpPr>
            <a:spLocks noGrp="1"/>
          </p:cNvSpPr>
          <p:nvPr>
            <p:ph type="title"/>
          </p:nvPr>
        </p:nvSpPr>
        <p:spPr>
          <a:xfrm>
            <a:off x="290512" y="394282"/>
            <a:ext cx="11291888" cy="983667"/>
          </a:xfrm>
        </p:spPr>
        <p:txBody>
          <a:bodyPr>
            <a:normAutofit fontScale="90000"/>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Existing Method</a:t>
            </a:r>
            <a:b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1508" name="Picture 1">
            <a:extLst>
              <a:ext uri="{FF2B5EF4-FFF2-40B4-BE49-F238E27FC236}">
                <a16:creationId xmlns:a16="http://schemas.microsoft.com/office/drawing/2014/main" id="{8F3101A7-734F-2B9F-C163-9B30692CF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38039257-CFA5-9B85-B9CC-7A27895BBF5B}"/>
              </a:ext>
            </a:extLst>
          </p:cNvPr>
          <p:cNvSpPr>
            <a:spLocks noGrp="1"/>
          </p:cNvSpPr>
          <p:nvPr>
            <p:ph type="ftr" sz="quarter" idx="11"/>
          </p:nvPr>
        </p:nvSpPr>
        <p:spPr/>
        <p:txBody>
          <a:bodyPr/>
          <a:lstStyle/>
          <a:p>
            <a:pPr>
              <a:defRPr/>
            </a:pPr>
            <a:r>
              <a:rPr lang="en-US"/>
              <a:t>Final Review</a:t>
            </a:r>
          </a:p>
        </p:txBody>
      </p:sp>
      <p:sp>
        <p:nvSpPr>
          <p:cNvPr id="7" name="Date Placeholder 6">
            <a:extLst>
              <a:ext uri="{FF2B5EF4-FFF2-40B4-BE49-F238E27FC236}">
                <a16:creationId xmlns:a16="http://schemas.microsoft.com/office/drawing/2014/main" id="{602A8F33-73EA-104B-E9A5-3534F99E0079}"/>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3B1E1EDC-7EE6-A6CF-7DED-AFEB5FE47844}"/>
              </a:ext>
            </a:extLst>
          </p:cNvPr>
          <p:cNvSpPr>
            <a:spLocks noGrp="1" noChangeArrowheads="1"/>
          </p:cNvSpPr>
          <p:nvPr>
            <p:ph sz="quarter" idx="1"/>
          </p:nvPr>
        </p:nvSpPr>
        <p:spPr>
          <a:xfrm>
            <a:off x="629174" y="1283516"/>
            <a:ext cx="10363200" cy="4736284"/>
          </a:xfrm>
        </p:spPr>
        <p:txBody>
          <a:bodyPr/>
          <a:lstStyle/>
          <a:p>
            <a:pPr>
              <a:buFont typeface="Wingdings" panose="05000000000000000000" pitchFamily="2" charset="2"/>
              <a:buChar char="q"/>
              <a:defRPr/>
            </a:pPr>
            <a:r>
              <a:rPr lang="en-IN" altLang="en-US" sz="1600" dirty="0"/>
              <a:t>Data Cleaning</a:t>
            </a:r>
          </a:p>
          <a:p>
            <a:pPr>
              <a:buFont typeface="Wingdings" panose="05000000000000000000" pitchFamily="2" charset="2"/>
              <a:buChar char="q"/>
              <a:defRPr/>
            </a:pPr>
            <a:r>
              <a:rPr lang="en-IN" altLang="en-US" sz="1600" dirty="0"/>
              <a:t>Handle missing or inconsistent data by:</a:t>
            </a:r>
          </a:p>
          <a:p>
            <a:pPr>
              <a:buFont typeface="Wingdings" panose="05000000000000000000" pitchFamily="2" charset="2"/>
              <a:buChar char="q"/>
              <a:defRPr/>
            </a:pPr>
            <a:r>
              <a:rPr lang="en-IN" altLang="en-US" sz="1600" dirty="0"/>
              <a:t>Imputing missing values (mean, median, or mode for numeric; most frequent for categorical).</a:t>
            </a:r>
          </a:p>
          <a:p>
            <a:pPr>
              <a:buFont typeface="Wingdings" panose="05000000000000000000" pitchFamily="2" charset="2"/>
              <a:buChar char="q"/>
              <a:defRPr/>
            </a:pPr>
            <a:r>
              <a:rPr lang="en-IN" altLang="en-US" sz="1600" dirty="0"/>
              <a:t>Removing duplicates.</a:t>
            </a:r>
          </a:p>
          <a:p>
            <a:pPr>
              <a:buFont typeface="Wingdings" panose="05000000000000000000" pitchFamily="2" charset="2"/>
              <a:buChar char="q"/>
              <a:defRPr/>
            </a:pPr>
            <a:r>
              <a:rPr lang="en-IN" altLang="en-US" sz="1600" dirty="0"/>
              <a:t>Normalize or standardize numerical features for models sensitive to feature scaling.</a:t>
            </a:r>
          </a:p>
          <a:p>
            <a:pPr>
              <a:buFont typeface="Wingdings" panose="05000000000000000000" pitchFamily="2" charset="2"/>
              <a:buChar char="q"/>
              <a:defRPr/>
            </a:pPr>
            <a:r>
              <a:rPr lang="en-IN" altLang="en-US" sz="1600" dirty="0"/>
              <a:t>1.2. Feature Engineering</a:t>
            </a:r>
          </a:p>
          <a:p>
            <a:pPr>
              <a:buFont typeface="Wingdings" panose="05000000000000000000" pitchFamily="2" charset="2"/>
              <a:buChar char="q"/>
              <a:defRPr/>
            </a:pPr>
            <a:r>
              <a:rPr lang="en-IN" altLang="en-US" sz="1600" dirty="0"/>
              <a:t>Create new features (e.g., BMI derived from height and weight, calorie-to-activity ratio).</a:t>
            </a:r>
          </a:p>
          <a:p>
            <a:pPr>
              <a:buFont typeface="Wingdings" panose="05000000000000000000" pitchFamily="2" charset="2"/>
              <a:buChar char="q"/>
              <a:defRPr/>
            </a:pPr>
            <a:r>
              <a:rPr lang="en-IN" altLang="en-US" sz="1600" dirty="0"/>
              <a:t>Encode categorical variables using techniques like one-hot encoding or label encoding.</a:t>
            </a:r>
          </a:p>
          <a:p>
            <a:pPr>
              <a:buFont typeface="Wingdings" panose="05000000000000000000" pitchFamily="2" charset="2"/>
              <a:buChar char="q"/>
              <a:defRPr/>
            </a:pPr>
            <a:r>
              <a:rPr lang="en-IN" altLang="en-US" sz="1600" dirty="0"/>
              <a:t>1.3. Feature Selection</a:t>
            </a:r>
          </a:p>
          <a:p>
            <a:pPr>
              <a:buFont typeface="Wingdings" panose="05000000000000000000" pitchFamily="2" charset="2"/>
              <a:buChar char="q"/>
              <a:defRPr/>
            </a:pPr>
            <a:r>
              <a:rPr lang="en-IN" altLang="en-US" sz="1600" dirty="0" err="1"/>
              <a:t>Analyze</a:t>
            </a:r>
            <a:r>
              <a:rPr lang="en-IN" altLang="en-US" sz="1600" dirty="0"/>
              <a:t> feature importance using methods like:</a:t>
            </a:r>
          </a:p>
          <a:p>
            <a:pPr>
              <a:buFont typeface="Wingdings" panose="05000000000000000000" pitchFamily="2" charset="2"/>
              <a:buChar char="q"/>
              <a:defRPr/>
            </a:pPr>
            <a:r>
              <a:rPr lang="en-IN" altLang="en-US" sz="1600" dirty="0"/>
              <a:t>Correlation matrices for linear dependencies.</a:t>
            </a:r>
          </a:p>
          <a:p>
            <a:pPr>
              <a:buFont typeface="Wingdings" panose="05000000000000000000" pitchFamily="2" charset="2"/>
              <a:buChar char="q"/>
              <a:defRPr/>
            </a:pPr>
            <a:r>
              <a:rPr lang="en-IN" altLang="en-US" sz="1600" dirty="0"/>
              <a:t>Tree-based feature importance (e.g., using </a:t>
            </a:r>
            <a:r>
              <a:rPr lang="en-IN" altLang="en-US" sz="1600" dirty="0" err="1"/>
              <a:t>XGBoost</a:t>
            </a:r>
            <a:r>
              <a:rPr lang="en-IN" altLang="en-US" sz="1600" dirty="0"/>
              <a:t>).</a:t>
            </a:r>
          </a:p>
          <a:p>
            <a:pPr>
              <a:buFont typeface="Wingdings" panose="05000000000000000000" pitchFamily="2" charset="2"/>
              <a:buChar char="q"/>
              <a:defRPr/>
            </a:pPr>
            <a:r>
              <a:rPr lang="en-IN" altLang="en-US" sz="1600" dirty="0"/>
              <a:t>Drop redundant or low-importance features.</a:t>
            </a:r>
          </a:p>
        </p:txBody>
      </p:sp>
      <p:sp>
        <p:nvSpPr>
          <p:cNvPr id="3" name="Title 2">
            <a:extLst>
              <a:ext uri="{FF2B5EF4-FFF2-40B4-BE49-F238E27FC236}">
                <a16:creationId xmlns:a16="http://schemas.microsoft.com/office/drawing/2014/main" id="{113F9E09-E064-634B-E955-0F9968930E41}"/>
              </a:ext>
            </a:extLst>
          </p:cNvPr>
          <p:cNvSpPr>
            <a:spLocks noGrp="1"/>
          </p:cNvSpPr>
          <p:nvPr>
            <p:ph type="title"/>
          </p:nvPr>
        </p:nvSpPr>
        <p:spPr>
          <a:xfrm>
            <a:off x="804863" y="158751"/>
            <a:ext cx="10363200" cy="1009650"/>
          </a:xfrm>
        </p:spPr>
        <p:txBody>
          <a:bodyPr/>
          <a:lstStyle/>
          <a:p>
            <a:pPr algn="ctr">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Proposed Method</a:t>
            </a:r>
            <a:endParaRPr lang="en-IN" dirty="0"/>
          </a:p>
        </p:txBody>
      </p:sp>
      <p:pic>
        <p:nvPicPr>
          <p:cNvPr id="22532" name="Picture 1">
            <a:extLst>
              <a:ext uri="{FF2B5EF4-FFF2-40B4-BE49-F238E27FC236}">
                <a16:creationId xmlns:a16="http://schemas.microsoft.com/office/drawing/2014/main" id="{D1E59FE8-4F7A-3327-007A-4E97844C5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6">
            <a:extLst>
              <a:ext uri="{FF2B5EF4-FFF2-40B4-BE49-F238E27FC236}">
                <a16:creationId xmlns:a16="http://schemas.microsoft.com/office/drawing/2014/main" id="{5C2DC475-881C-6832-0AC0-2AB327850D60}"/>
              </a:ext>
            </a:extLst>
          </p:cNvPr>
          <p:cNvSpPr>
            <a:spLocks noGrp="1"/>
          </p:cNvSpPr>
          <p:nvPr>
            <p:ph type="ftr" sz="quarter" idx="11"/>
          </p:nvPr>
        </p:nvSpPr>
        <p:spPr/>
        <p:txBody>
          <a:bodyPr/>
          <a:lstStyle/>
          <a:p>
            <a:pPr>
              <a:defRPr/>
            </a:pPr>
            <a:r>
              <a:rPr lang="en-US"/>
              <a:t>Final Review</a:t>
            </a:r>
          </a:p>
        </p:txBody>
      </p:sp>
      <p:sp>
        <p:nvSpPr>
          <p:cNvPr id="8" name="Date Placeholder 7">
            <a:extLst>
              <a:ext uri="{FF2B5EF4-FFF2-40B4-BE49-F238E27FC236}">
                <a16:creationId xmlns:a16="http://schemas.microsoft.com/office/drawing/2014/main" id="{0E1A7D47-4E12-56B9-68F6-4E2A2BF06860}"/>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7540F2-E97B-BA59-5492-F1722323EA9D}"/>
              </a:ext>
            </a:extLst>
          </p:cNvPr>
          <p:cNvSpPr>
            <a:spLocks noGrp="1"/>
          </p:cNvSpPr>
          <p:nvPr>
            <p:ph sz="quarter" idx="1"/>
          </p:nvPr>
        </p:nvSpPr>
        <p:spPr>
          <a:xfrm>
            <a:off x="513080" y="190500"/>
            <a:ext cx="10957560" cy="5829300"/>
          </a:xfrm>
        </p:spPr>
        <p:txBody>
          <a:bodyPr/>
          <a:lstStyle/>
          <a:p>
            <a:pPr>
              <a:buFont typeface="Wingdings" panose="05000000000000000000" pitchFamily="2" charset="2"/>
              <a:buChar char="q"/>
              <a:defRPr/>
            </a:pPr>
            <a:r>
              <a:rPr lang="en-IN" altLang="en-US" sz="1400" dirty="0"/>
              <a:t>2. Model Development</a:t>
            </a:r>
          </a:p>
          <a:p>
            <a:pPr>
              <a:buFont typeface="Wingdings" panose="05000000000000000000" pitchFamily="2" charset="2"/>
              <a:buChar char="q"/>
              <a:defRPr/>
            </a:pPr>
            <a:r>
              <a:rPr lang="en-IN" altLang="en-US" sz="1400" dirty="0"/>
              <a:t>2.1. Machine Learning Models</a:t>
            </a:r>
          </a:p>
          <a:p>
            <a:pPr>
              <a:buFont typeface="Wingdings" panose="05000000000000000000" pitchFamily="2" charset="2"/>
              <a:buChar char="q"/>
              <a:defRPr/>
            </a:pPr>
            <a:r>
              <a:rPr lang="en-IN" altLang="en-US" sz="1400" dirty="0" err="1"/>
              <a:t>XGBoost</a:t>
            </a:r>
            <a:r>
              <a:rPr lang="en-IN" altLang="en-US" sz="1400" dirty="0"/>
              <a:t> Classifier: A powerful gradient boosting algorithm optimized for speed and accuracy, suitable for handling structured data.</a:t>
            </a:r>
          </a:p>
          <a:p>
            <a:pPr>
              <a:buFont typeface="Wingdings" panose="05000000000000000000" pitchFamily="2" charset="2"/>
              <a:buChar char="q"/>
              <a:defRPr/>
            </a:pPr>
            <a:r>
              <a:rPr lang="en-IN" altLang="en-US" sz="1400" dirty="0"/>
              <a:t>Stacking Classifier: Combines predictions from multiple base classifiers to enhance overall model performance.</a:t>
            </a:r>
          </a:p>
          <a:p>
            <a:pPr>
              <a:buFont typeface="Wingdings" panose="05000000000000000000" pitchFamily="2" charset="2"/>
              <a:buChar char="q"/>
              <a:defRPr/>
            </a:pPr>
            <a:r>
              <a:rPr lang="en-IN" altLang="en-US" sz="1400" dirty="0"/>
              <a:t>Base models: Random Forest, Logistic Regression, Support Vector Machines (SVM), etc.</a:t>
            </a:r>
          </a:p>
          <a:p>
            <a:pPr>
              <a:buFont typeface="Wingdings" panose="05000000000000000000" pitchFamily="2" charset="2"/>
              <a:buChar char="q"/>
              <a:defRPr/>
            </a:pPr>
            <a:r>
              <a:rPr lang="en-IN" altLang="en-US" sz="1400" dirty="0"/>
              <a:t>Meta-model: Logistic Regression for combining base model outputs.</a:t>
            </a:r>
          </a:p>
          <a:p>
            <a:pPr>
              <a:buFont typeface="Wingdings" panose="05000000000000000000" pitchFamily="2" charset="2"/>
              <a:buChar char="q"/>
              <a:defRPr/>
            </a:pPr>
            <a:r>
              <a:rPr lang="en-IN" altLang="en-US" sz="1400" dirty="0"/>
              <a:t>2.2. Hyperparameter Tuning</a:t>
            </a:r>
          </a:p>
          <a:p>
            <a:pPr>
              <a:buFont typeface="Wingdings" panose="05000000000000000000" pitchFamily="2" charset="2"/>
              <a:buChar char="q"/>
              <a:defRPr/>
            </a:pPr>
            <a:r>
              <a:rPr lang="en-IN" altLang="en-US" sz="1400" dirty="0"/>
              <a:t>Use techniques like Grid Search or Bayesian Optimization to fine-tune model parameters for:</a:t>
            </a:r>
          </a:p>
          <a:p>
            <a:pPr>
              <a:buFont typeface="Wingdings" panose="05000000000000000000" pitchFamily="2" charset="2"/>
              <a:buChar char="q"/>
              <a:defRPr/>
            </a:pPr>
            <a:r>
              <a:rPr lang="en-IN" altLang="en-US" sz="1400" dirty="0"/>
              <a:t>Learning rate</a:t>
            </a:r>
          </a:p>
          <a:p>
            <a:pPr>
              <a:buFont typeface="Wingdings" panose="05000000000000000000" pitchFamily="2" charset="2"/>
              <a:buChar char="q"/>
              <a:defRPr/>
            </a:pPr>
            <a:r>
              <a:rPr lang="en-IN" altLang="en-US" sz="1400" dirty="0"/>
              <a:t>Maximum depth</a:t>
            </a:r>
          </a:p>
          <a:p>
            <a:pPr>
              <a:buFont typeface="Wingdings" panose="05000000000000000000" pitchFamily="2" charset="2"/>
              <a:buChar char="q"/>
              <a:defRPr/>
            </a:pPr>
            <a:r>
              <a:rPr lang="en-IN" altLang="en-US" sz="1400" dirty="0"/>
              <a:t>Number of estimators</a:t>
            </a:r>
          </a:p>
          <a:p>
            <a:pPr>
              <a:buFont typeface="Wingdings" panose="05000000000000000000" pitchFamily="2" charset="2"/>
              <a:buChar char="q"/>
              <a:defRPr/>
            </a:pPr>
            <a:r>
              <a:rPr lang="en-IN" altLang="en-US" sz="1400" dirty="0"/>
              <a:t>Regularization parameters</a:t>
            </a:r>
          </a:p>
          <a:p>
            <a:pPr>
              <a:buFont typeface="Wingdings" panose="05000000000000000000" pitchFamily="2" charset="2"/>
              <a:buChar char="q"/>
              <a:defRPr/>
            </a:pPr>
            <a:r>
              <a:rPr lang="en-IN" altLang="en-US" sz="1400" dirty="0"/>
              <a:t>2.3. Evaluation Metrics</a:t>
            </a:r>
          </a:p>
          <a:p>
            <a:pPr>
              <a:buFont typeface="Wingdings" panose="05000000000000000000" pitchFamily="2" charset="2"/>
              <a:buChar char="q"/>
              <a:defRPr/>
            </a:pPr>
            <a:r>
              <a:rPr lang="en-IN" altLang="en-US" sz="1400" dirty="0"/>
              <a:t>Accuracy, Precision, Recall, F1-Score, ROC-AUC for classification performance.</a:t>
            </a:r>
          </a:p>
          <a:p>
            <a:pPr>
              <a:buFont typeface="Wingdings" panose="05000000000000000000" pitchFamily="2" charset="2"/>
              <a:buChar char="q"/>
              <a:defRPr/>
            </a:pPr>
            <a:r>
              <a:rPr lang="en-IN" altLang="en-US" sz="1400" dirty="0"/>
              <a:t>Perform k-fold cross-validation for generalization assessment.</a:t>
            </a:r>
          </a:p>
          <a:p>
            <a:pPr>
              <a:buFont typeface="Wingdings" panose="05000000000000000000" pitchFamily="2" charset="2"/>
              <a:buChar char="q"/>
              <a:defRPr/>
            </a:pPr>
            <a:r>
              <a:rPr lang="en-IN" altLang="en-US" sz="1400" dirty="0"/>
              <a:t>3. Implementation</a:t>
            </a:r>
          </a:p>
          <a:p>
            <a:pPr>
              <a:buFont typeface="Wingdings" panose="05000000000000000000" pitchFamily="2" charset="2"/>
              <a:buChar char="q"/>
              <a:defRPr/>
            </a:pPr>
            <a:r>
              <a:rPr lang="en-IN" altLang="en-US" sz="1400" dirty="0"/>
              <a:t>3.1. Backend</a:t>
            </a:r>
          </a:p>
          <a:p>
            <a:endParaRPr lang="en-US" sz="1400" dirty="0"/>
          </a:p>
        </p:txBody>
      </p:sp>
      <p:sp>
        <p:nvSpPr>
          <p:cNvPr id="4" name="Date Placeholder 3">
            <a:extLst>
              <a:ext uri="{FF2B5EF4-FFF2-40B4-BE49-F238E27FC236}">
                <a16:creationId xmlns:a16="http://schemas.microsoft.com/office/drawing/2014/main" id="{1D3CB79B-B323-6C33-4FC1-4839B22D87E0}"/>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7777D4EB-DC06-8C2E-F241-6251C70CF2BF}"/>
              </a:ext>
            </a:extLst>
          </p:cNvPr>
          <p:cNvSpPr>
            <a:spLocks noGrp="1"/>
          </p:cNvSpPr>
          <p:nvPr>
            <p:ph type="ftr" sz="quarter" idx="11"/>
          </p:nvPr>
        </p:nvSpPr>
        <p:spPr/>
        <p:txBody>
          <a:bodyPr/>
          <a:lstStyle/>
          <a:p>
            <a:pPr>
              <a:defRPr/>
            </a:pPr>
            <a:r>
              <a:rPr lang="en-US"/>
              <a:t>Final Review</a:t>
            </a:r>
          </a:p>
        </p:txBody>
      </p:sp>
      <p:pic>
        <p:nvPicPr>
          <p:cNvPr id="6" name="Picture 4">
            <a:extLst>
              <a:ext uri="{FF2B5EF4-FFF2-40B4-BE49-F238E27FC236}">
                <a16:creationId xmlns:a16="http://schemas.microsoft.com/office/drawing/2014/main" id="{26B52DB1-F171-F79F-7859-7E6A3EA80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1062" y="10922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3943627"/>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B24187-8CB0-616D-5855-91DFAB2D5A42}"/>
              </a:ext>
            </a:extLst>
          </p:cNvPr>
          <p:cNvSpPr>
            <a:spLocks noGrp="1"/>
          </p:cNvSpPr>
          <p:nvPr>
            <p:ph sz="quarter" idx="1"/>
          </p:nvPr>
        </p:nvSpPr>
        <p:spPr>
          <a:xfrm>
            <a:off x="1219200" y="685800"/>
            <a:ext cx="10363200" cy="5334000"/>
          </a:xfrm>
        </p:spPr>
        <p:txBody>
          <a:bodyPr/>
          <a:lstStyle/>
          <a:p>
            <a:pPr>
              <a:buFont typeface="Wingdings" panose="05000000000000000000" pitchFamily="2" charset="2"/>
              <a:buChar char="q"/>
              <a:defRPr/>
            </a:pPr>
            <a:r>
              <a:rPr lang="en-IN" altLang="en-US" sz="1400" dirty="0"/>
              <a:t>Coding Language: Python 3.12.0.</a:t>
            </a:r>
          </a:p>
          <a:p>
            <a:pPr>
              <a:buFont typeface="Wingdings" panose="05000000000000000000" pitchFamily="2" charset="2"/>
              <a:buChar char="q"/>
              <a:defRPr/>
            </a:pPr>
            <a:r>
              <a:rPr lang="en-IN" altLang="en-US" sz="1400" dirty="0"/>
              <a:t>Framework: Flask for API creation and deployment.</a:t>
            </a:r>
          </a:p>
          <a:p>
            <a:pPr>
              <a:buFont typeface="Wingdings" panose="05000000000000000000" pitchFamily="2" charset="2"/>
              <a:buChar char="q"/>
              <a:defRPr/>
            </a:pPr>
            <a:r>
              <a:rPr lang="en-IN" altLang="en-US" sz="1400" dirty="0"/>
              <a:t>Models: Train and save </a:t>
            </a:r>
            <a:r>
              <a:rPr lang="en-IN" altLang="en-US" sz="1400" dirty="0" err="1"/>
              <a:t>XGBoost</a:t>
            </a:r>
            <a:r>
              <a:rPr lang="en-IN" altLang="en-US" sz="1400" dirty="0"/>
              <a:t> and Stacking classifiers using libraries like Scikit-learn and </a:t>
            </a:r>
            <a:r>
              <a:rPr lang="en-IN" altLang="en-US" sz="1400" dirty="0" err="1"/>
              <a:t>XGBoost</a:t>
            </a:r>
            <a:r>
              <a:rPr lang="en-IN" altLang="en-US" sz="1400" dirty="0"/>
              <a:t>.</a:t>
            </a:r>
          </a:p>
          <a:p>
            <a:pPr>
              <a:buFont typeface="Wingdings" panose="05000000000000000000" pitchFamily="2" charset="2"/>
              <a:buChar char="q"/>
              <a:defRPr/>
            </a:pPr>
            <a:r>
              <a:rPr lang="en-IN" altLang="en-US" sz="1400" dirty="0"/>
              <a:t>3.2. Frontend</a:t>
            </a:r>
          </a:p>
          <a:p>
            <a:pPr>
              <a:buFont typeface="Wingdings" panose="05000000000000000000" pitchFamily="2" charset="2"/>
              <a:buChar char="q"/>
              <a:defRPr/>
            </a:pPr>
            <a:r>
              <a:rPr lang="en-IN" altLang="en-US" sz="1400" dirty="0"/>
              <a:t>Technology: HTML, CSS, JavaScript.</a:t>
            </a:r>
          </a:p>
          <a:p>
            <a:pPr>
              <a:buFont typeface="Wingdings" panose="05000000000000000000" pitchFamily="2" charset="2"/>
              <a:buChar char="q"/>
              <a:defRPr/>
            </a:pPr>
            <a:r>
              <a:rPr lang="en-IN" altLang="en-US" sz="1400" dirty="0"/>
              <a:t>Features:</a:t>
            </a:r>
          </a:p>
          <a:p>
            <a:pPr>
              <a:buFont typeface="Wingdings" panose="05000000000000000000" pitchFamily="2" charset="2"/>
              <a:buChar char="q"/>
              <a:defRPr/>
            </a:pPr>
            <a:r>
              <a:rPr lang="en-IN" altLang="en-US" sz="1400" dirty="0"/>
              <a:t>Intuitive interface for users to input health and lifestyle data.</a:t>
            </a:r>
          </a:p>
          <a:p>
            <a:pPr>
              <a:buFont typeface="Wingdings" panose="05000000000000000000" pitchFamily="2" charset="2"/>
              <a:buChar char="q"/>
              <a:defRPr/>
            </a:pPr>
            <a:r>
              <a:rPr lang="en-IN" altLang="en-US" sz="1400" dirty="0"/>
              <a:t>Display prediction results and risk categories.</a:t>
            </a:r>
          </a:p>
          <a:p>
            <a:pPr>
              <a:buFont typeface="Wingdings" panose="05000000000000000000" pitchFamily="2" charset="2"/>
              <a:buChar char="q"/>
              <a:defRPr/>
            </a:pPr>
            <a:r>
              <a:rPr lang="en-IN" altLang="en-US" sz="1400" dirty="0"/>
              <a:t>Provide actionable recommendations based on predictions.</a:t>
            </a:r>
          </a:p>
          <a:p>
            <a:pPr>
              <a:buFont typeface="Wingdings" panose="05000000000000000000" pitchFamily="2" charset="2"/>
              <a:buChar char="q"/>
              <a:defRPr/>
            </a:pPr>
            <a:r>
              <a:rPr lang="en-IN" altLang="en-US" sz="1400" dirty="0"/>
              <a:t>3.3. Integration</a:t>
            </a:r>
          </a:p>
          <a:p>
            <a:pPr>
              <a:buFont typeface="Wingdings" panose="05000000000000000000" pitchFamily="2" charset="2"/>
              <a:buChar char="q"/>
              <a:defRPr/>
            </a:pPr>
            <a:r>
              <a:rPr lang="en-IN" altLang="en-US" sz="1400" dirty="0"/>
              <a:t>Connect backend ML models with the frontend using Flask APIs.</a:t>
            </a:r>
          </a:p>
          <a:p>
            <a:pPr>
              <a:buFont typeface="Wingdings" panose="05000000000000000000" pitchFamily="2" charset="2"/>
              <a:buChar char="q"/>
              <a:defRPr/>
            </a:pPr>
            <a:r>
              <a:rPr lang="en-IN" altLang="en-US" sz="1400" dirty="0"/>
              <a:t>Ensure seamless data flow and efficient performance.</a:t>
            </a:r>
          </a:p>
          <a:p>
            <a:pPr>
              <a:buFont typeface="Wingdings" panose="05000000000000000000" pitchFamily="2" charset="2"/>
              <a:buChar char="q"/>
              <a:defRPr/>
            </a:pPr>
            <a:r>
              <a:rPr lang="en-IN" altLang="en-US" sz="1400" dirty="0"/>
              <a:t>4. System Testing</a:t>
            </a:r>
          </a:p>
          <a:p>
            <a:pPr>
              <a:buFont typeface="Wingdings" panose="05000000000000000000" pitchFamily="2" charset="2"/>
              <a:buChar char="q"/>
              <a:defRPr/>
            </a:pPr>
            <a:r>
              <a:rPr lang="en-IN" altLang="en-US" sz="1400" dirty="0"/>
              <a:t>Conduct unit tests, integration tests, and end-to-end tests to ensure functionality.</a:t>
            </a:r>
          </a:p>
          <a:p>
            <a:pPr>
              <a:buFont typeface="Wingdings" panose="05000000000000000000" pitchFamily="2" charset="2"/>
              <a:buChar char="q"/>
              <a:defRPr/>
            </a:pPr>
            <a:r>
              <a:rPr lang="en-IN" altLang="en-US" sz="1400" dirty="0"/>
              <a:t>Validate the web interface usability.</a:t>
            </a:r>
          </a:p>
          <a:p>
            <a:pPr>
              <a:buFont typeface="Wingdings" panose="05000000000000000000" pitchFamily="2" charset="2"/>
              <a:buChar char="q"/>
              <a:defRPr/>
            </a:pPr>
            <a:r>
              <a:rPr lang="en-IN" altLang="en-US" sz="1400" dirty="0"/>
              <a:t>5. Deployment</a:t>
            </a:r>
          </a:p>
          <a:p>
            <a:pPr>
              <a:buFont typeface="Wingdings" panose="05000000000000000000" pitchFamily="2" charset="2"/>
              <a:buChar char="q"/>
              <a:defRPr/>
            </a:pPr>
            <a:r>
              <a:rPr lang="en-IN" altLang="en-US" sz="1400" dirty="0"/>
              <a:t>Deploy the system on a cloud platform like AWS, Azure, or Google Cloud for scalability and availability.</a:t>
            </a:r>
          </a:p>
          <a:p>
            <a:pPr>
              <a:buFont typeface="Wingdings" panose="05000000000000000000" pitchFamily="2" charset="2"/>
              <a:buChar char="q"/>
              <a:defRPr/>
            </a:pPr>
            <a:r>
              <a:rPr lang="en-IN" altLang="en-US" sz="1400" dirty="0"/>
              <a:t>Ensure secure data handling and compliance with relevant health data privacy standards (e.g., GDPR, HIPAA).</a:t>
            </a:r>
          </a:p>
          <a:p>
            <a:endParaRPr lang="en-US" sz="1400" dirty="0"/>
          </a:p>
        </p:txBody>
      </p:sp>
      <p:sp>
        <p:nvSpPr>
          <p:cNvPr id="4" name="Date Placeholder 3">
            <a:extLst>
              <a:ext uri="{FF2B5EF4-FFF2-40B4-BE49-F238E27FC236}">
                <a16:creationId xmlns:a16="http://schemas.microsoft.com/office/drawing/2014/main" id="{1617AA04-27E8-0523-9969-26CDE7E3967D}"/>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14FDD3FA-C29D-8046-2D93-61E57222C669}"/>
              </a:ext>
            </a:extLst>
          </p:cNvPr>
          <p:cNvSpPr>
            <a:spLocks noGrp="1"/>
          </p:cNvSpPr>
          <p:nvPr>
            <p:ph type="ftr" sz="quarter" idx="11"/>
          </p:nvPr>
        </p:nvSpPr>
        <p:spPr/>
        <p:txBody>
          <a:bodyPr/>
          <a:lstStyle/>
          <a:p>
            <a:pPr>
              <a:defRPr/>
            </a:pPr>
            <a:r>
              <a:rPr lang="en-US"/>
              <a:t>Final Review</a:t>
            </a:r>
          </a:p>
        </p:txBody>
      </p:sp>
      <p:pic>
        <p:nvPicPr>
          <p:cNvPr id="6" name="Picture 4">
            <a:extLst>
              <a:ext uri="{FF2B5EF4-FFF2-40B4-BE49-F238E27FC236}">
                <a16:creationId xmlns:a16="http://schemas.microsoft.com/office/drawing/2014/main" id="{F8AE7497-DBF6-3FB7-48B2-DC94E5AE4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5895729"/>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905D40-A094-41D4-1C1B-922C310316E2}"/>
              </a:ext>
            </a:extLst>
          </p:cNvPr>
          <p:cNvSpPr>
            <a:spLocks noGrp="1"/>
          </p:cNvSpPr>
          <p:nvPr>
            <p:ph sz="quarter" idx="1"/>
          </p:nvPr>
        </p:nvSpPr>
        <p:spPr/>
        <p:txBody>
          <a:bodyPr/>
          <a:lstStyle/>
          <a:p>
            <a:r>
              <a:rPr lang="en-US" sz="1400" dirty="0"/>
              <a:t>Existing Methods for Adolescent Obesity Prediction</a:t>
            </a:r>
          </a:p>
          <a:p>
            <a:r>
              <a:rPr lang="en-US" sz="1400" dirty="0"/>
              <a:t>Several methods are currently employed to predict and manage adolescent obesity. These methods typically rely on traditional statistical approaches, simpler machine learning models, or manual assessment. Below are some common approaches and their limitations:</a:t>
            </a:r>
          </a:p>
          <a:p>
            <a:endParaRPr lang="en-US" sz="1400" dirty="0"/>
          </a:p>
          <a:p>
            <a:r>
              <a:rPr lang="en-US" sz="1400" dirty="0"/>
              <a:t>1. Traditional Approaches</a:t>
            </a:r>
          </a:p>
          <a:p>
            <a:r>
              <a:rPr lang="en-US" sz="1400" dirty="0"/>
              <a:t>1.1. Body Mass Index (BMI) Classification</a:t>
            </a:r>
          </a:p>
          <a:p>
            <a:r>
              <a:rPr lang="en-US" sz="1400" dirty="0"/>
              <a:t>Description: BMI, calculated as weight (kg) divided by height squared (m²), is a widely used metric for classifying obesity.</a:t>
            </a:r>
          </a:p>
          <a:p>
            <a:r>
              <a:rPr lang="en-US" sz="1400" dirty="0"/>
              <a:t>Limitations:</a:t>
            </a:r>
          </a:p>
          <a:p>
            <a:r>
              <a:rPr lang="en-US" sz="1400" dirty="0"/>
              <a:t>Does not account for muscle mass, bone density, or fat distribution.</a:t>
            </a:r>
          </a:p>
          <a:p>
            <a:r>
              <a:rPr lang="en-US" sz="1400" dirty="0"/>
              <a:t>Limited predictive capability as it fails to incorporate other lifestyle or health factors.</a:t>
            </a:r>
          </a:p>
          <a:p>
            <a:r>
              <a:rPr lang="en-US" sz="1400" dirty="0"/>
              <a:t>1.2. Waist-to-Height Ratio (</a:t>
            </a:r>
            <a:r>
              <a:rPr lang="en-US" sz="1400" dirty="0" err="1"/>
              <a:t>WHtR</a:t>
            </a:r>
            <a:r>
              <a:rPr lang="en-US" sz="1400" dirty="0"/>
              <a:t>)</a:t>
            </a:r>
          </a:p>
          <a:p>
            <a:r>
              <a:rPr lang="en-US" sz="1400" dirty="0"/>
              <a:t>Description: Ratio of waist circumference to height is used as a predictor of obesity and cardiovascular risk.</a:t>
            </a:r>
          </a:p>
          <a:p>
            <a:r>
              <a:rPr lang="en-US" sz="1400" dirty="0"/>
              <a:t>Limitations:</a:t>
            </a:r>
          </a:p>
        </p:txBody>
      </p:sp>
      <p:sp>
        <p:nvSpPr>
          <p:cNvPr id="6" name="Title 5">
            <a:extLst>
              <a:ext uri="{FF2B5EF4-FFF2-40B4-BE49-F238E27FC236}">
                <a16:creationId xmlns:a16="http://schemas.microsoft.com/office/drawing/2014/main" id="{1A30ABBB-2BF5-DE5B-B7E5-2D18B3CE1CC6}"/>
              </a:ext>
            </a:extLst>
          </p:cNvPr>
          <p:cNvSpPr>
            <a:spLocks noGrp="1"/>
          </p:cNvSpPr>
          <p:nvPr>
            <p:ph type="title"/>
          </p:nvPr>
        </p:nvSpPr>
        <p:spPr/>
        <p:txBody>
          <a:bodyPr>
            <a:normAutofit fontScale="90000"/>
          </a:bodyPr>
          <a:lstStyle/>
          <a:p>
            <a:pPr algn="ctr" eaLnBrk="1" fontAlgn="auto" hangingPunct="1">
              <a:spcAft>
                <a:spcPts val="0"/>
              </a:spcAft>
              <a:defRPr/>
            </a:pP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IN" sz="36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Explanation </a:t>
            </a: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7" name="Date Placeholder 6">
            <a:extLst>
              <a:ext uri="{FF2B5EF4-FFF2-40B4-BE49-F238E27FC236}">
                <a16:creationId xmlns:a16="http://schemas.microsoft.com/office/drawing/2014/main" id="{00313357-22E9-014A-FD5B-66A51016711F}"/>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BE8736F8-40F8-53DC-E658-1560AB534581}"/>
              </a:ext>
            </a:extLst>
          </p:cNvPr>
          <p:cNvSpPr>
            <a:spLocks noGrp="1"/>
          </p:cNvSpPr>
          <p:nvPr>
            <p:ph type="ftr" sz="quarter" idx="11"/>
          </p:nvPr>
        </p:nvSpPr>
        <p:spPr/>
        <p:txBody>
          <a:bodyPr/>
          <a:lstStyle/>
          <a:p>
            <a:pPr>
              <a:defRPr/>
            </a:pPr>
            <a:r>
              <a:rPr lang="en-US"/>
              <a:t>Final Review</a:t>
            </a:r>
          </a:p>
        </p:txBody>
      </p:sp>
      <p:sp>
        <p:nvSpPr>
          <p:cNvPr id="9" name="Content Placeholder 2">
            <a:extLst>
              <a:ext uri="{FF2B5EF4-FFF2-40B4-BE49-F238E27FC236}">
                <a16:creationId xmlns:a16="http://schemas.microsoft.com/office/drawing/2014/main" id="{65B6E39C-0CC5-B6A1-0B01-617B254328C4}"/>
              </a:ext>
            </a:extLst>
          </p:cNvPr>
          <p:cNvSpPr txBox="1">
            <a:spLocks/>
          </p:cNvSpPr>
          <p:nvPr/>
        </p:nvSpPr>
        <p:spPr>
          <a:xfrm>
            <a:off x="1371600" y="1600200"/>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fontAlgn="auto">
              <a:spcAft>
                <a:spcPts val="0"/>
              </a:spcAft>
              <a:buFont typeface="Wingdings 2"/>
              <a:buNone/>
              <a:defRPr/>
            </a:pPr>
            <a:endParaRPr lang="en-IN" sz="1800" b="1" dirty="0">
              <a:solidFill>
                <a:srgbClr val="C00000"/>
              </a:solidFill>
              <a:latin typeface="Times New Roman" panose="02020603050405020304" pitchFamily="18" charset="0"/>
              <a:cs typeface="Times New Roman" panose="02020603050405020304" pitchFamily="18" charset="0"/>
            </a:endParaRPr>
          </a:p>
        </p:txBody>
      </p:sp>
      <p:pic>
        <p:nvPicPr>
          <p:cNvPr id="24580" name="Picture 1">
            <a:extLst>
              <a:ext uri="{FF2B5EF4-FFF2-40B4-BE49-F238E27FC236}">
                <a16:creationId xmlns:a16="http://schemas.microsoft.com/office/drawing/2014/main" id="{C00E4BD4-D2DA-D907-9AE4-0C5449037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6124C6-4518-C087-C88A-ADEE8FE6FFDD}"/>
              </a:ext>
            </a:extLst>
          </p:cNvPr>
          <p:cNvSpPr>
            <a:spLocks noGrp="1"/>
          </p:cNvSpPr>
          <p:nvPr>
            <p:ph sz="quarter" idx="1"/>
          </p:nvPr>
        </p:nvSpPr>
        <p:spPr>
          <a:xfrm>
            <a:off x="895927" y="923636"/>
            <a:ext cx="10686473" cy="5096164"/>
          </a:xfrm>
        </p:spPr>
        <p:txBody>
          <a:bodyPr/>
          <a:lstStyle/>
          <a:p>
            <a:r>
              <a:rPr lang="en-US" sz="1200" dirty="0"/>
              <a:t>Provides only a partial picture of overall health and obesity risk.</a:t>
            </a:r>
          </a:p>
          <a:p>
            <a:r>
              <a:rPr lang="en-US" sz="1200" dirty="0"/>
              <a:t>1.3. Questionnaires and Surveys</a:t>
            </a:r>
          </a:p>
          <a:p>
            <a:r>
              <a:rPr lang="en-US" sz="1200" dirty="0"/>
              <a:t>Description: Self-reported data on diet, physical activity, and lifestyle habits are analyzed to assess obesity risk.</a:t>
            </a:r>
          </a:p>
          <a:p>
            <a:r>
              <a:rPr lang="en-US" sz="1200" dirty="0"/>
              <a:t>Limitations:</a:t>
            </a:r>
          </a:p>
          <a:p>
            <a:r>
              <a:rPr lang="en-US" sz="1200" dirty="0"/>
              <a:t>Subject to bias and inaccuracies due to reliance on self-reported information.</a:t>
            </a:r>
          </a:p>
          <a:p>
            <a:r>
              <a:rPr lang="en-US" sz="1200" dirty="0"/>
              <a:t>2. Basic Machine Learning Models</a:t>
            </a:r>
          </a:p>
          <a:p>
            <a:r>
              <a:rPr lang="en-US" sz="1200" dirty="0"/>
              <a:t>2.1. Logistic Regression</a:t>
            </a:r>
          </a:p>
          <a:p>
            <a:r>
              <a:rPr lang="en-US" sz="1200" dirty="0"/>
              <a:t>Description: A statistical model used for binary classification of obesity (e.g., obese vs. non-obese).</a:t>
            </a:r>
          </a:p>
          <a:p>
            <a:r>
              <a:rPr lang="en-US" sz="1200" dirty="0"/>
              <a:t>Limitations:</a:t>
            </a:r>
          </a:p>
          <a:p>
            <a:r>
              <a:rPr lang="en-US" sz="1200" dirty="0"/>
              <a:t>Limited to linear relationships between variables.</a:t>
            </a:r>
          </a:p>
          <a:p>
            <a:r>
              <a:rPr lang="en-US" sz="1200" dirty="0"/>
              <a:t>Performance degrades when dealing with complex, non-linear interactions.</a:t>
            </a:r>
          </a:p>
          <a:p>
            <a:r>
              <a:rPr lang="en-US" sz="1200" dirty="0"/>
              <a:t>2.2. Decision Trees</a:t>
            </a:r>
          </a:p>
          <a:p>
            <a:r>
              <a:rPr lang="en-US" sz="1200" dirty="0"/>
              <a:t>Description: Used for classifying individuals into different obesity categories based on threshold values of input features.</a:t>
            </a:r>
          </a:p>
          <a:p>
            <a:r>
              <a:rPr lang="en-US" sz="1200" dirty="0"/>
              <a:t>Limitations:</a:t>
            </a:r>
          </a:p>
          <a:p>
            <a:r>
              <a:rPr lang="en-US" sz="1200" dirty="0"/>
              <a:t>Prone to overfitting with small datasets.</a:t>
            </a:r>
          </a:p>
          <a:p>
            <a:r>
              <a:rPr lang="en-US" sz="1200" dirty="0"/>
              <a:t>Less effective for large, complex datasets compared to ensemble methods.</a:t>
            </a:r>
          </a:p>
          <a:p>
            <a:r>
              <a:rPr lang="en-US" sz="1200" dirty="0"/>
              <a:t>2.3. Support Vector Machines (SVM)</a:t>
            </a:r>
          </a:p>
          <a:p>
            <a:r>
              <a:rPr lang="en-US" sz="1200" dirty="0"/>
              <a:t>Description: Used for binary or multi-class classification based on margin maximization.</a:t>
            </a:r>
          </a:p>
          <a:p>
            <a:endParaRPr lang="en-IN" sz="1200" dirty="0"/>
          </a:p>
        </p:txBody>
      </p:sp>
      <p:sp>
        <p:nvSpPr>
          <p:cNvPr id="4" name="Date Placeholder 3">
            <a:extLst>
              <a:ext uri="{FF2B5EF4-FFF2-40B4-BE49-F238E27FC236}">
                <a16:creationId xmlns:a16="http://schemas.microsoft.com/office/drawing/2014/main" id="{8A6E41C9-A95F-F1EF-8D70-AC1619E08E1B}"/>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8BC68169-F7F5-5446-D1BD-87EB6E29AAC6}"/>
              </a:ext>
            </a:extLst>
          </p:cNvPr>
          <p:cNvSpPr>
            <a:spLocks noGrp="1"/>
          </p:cNvSpPr>
          <p:nvPr>
            <p:ph type="ftr" sz="quarter" idx="11"/>
          </p:nvPr>
        </p:nvSpPr>
        <p:spPr/>
        <p:txBody>
          <a:bodyPr/>
          <a:lstStyle/>
          <a:p>
            <a:pPr>
              <a:defRPr/>
            </a:pPr>
            <a:r>
              <a:rPr lang="en-US"/>
              <a:t>Final Review</a:t>
            </a:r>
          </a:p>
        </p:txBody>
      </p:sp>
      <p:pic>
        <p:nvPicPr>
          <p:cNvPr id="3" name="Picture 4">
            <a:extLst>
              <a:ext uri="{FF2B5EF4-FFF2-40B4-BE49-F238E27FC236}">
                <a16:creationId xmlns:a16="http://schemas.microsoft.com/office/drawing/2014/main" id="{5A461710-AE3E-CF9C-51D4-E054C43D3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3440903"/>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D76113-490E-2F5B-0319-3508C86E6A8C}"/>
              </a:ext>
            </a:extLst>
          </p:cNvPr>
          <p:cNvSpPr>
            <a:spLocks noGrp="1"/>
          </p:cNvSpPr>
          <p:nvPr>
            <p:ph sz="quarter" idx="1"/>
          </p:nvPr>
        </p:nvSpPr>
        <p:spPr>
          <a:xfrm>
            <a:off x="840509" y="1417638"/>
            <a:ext cx="10741891" cy="4602162"/>
          </a:xfrm>
        </p:spPr>
        <p:txBody>
          <a:bodyPr/>
          <a:lstStyle/>
          <a:p>
            <a:r>
              <a:rPr lang="en-US" sz="1400" b="1" dirty="0"/>
              <a:t>Machine Learning Framework</a:t>
            </a:r>
          </a:p>
          <a:p>
            <a:pPr marL="0" indent="0">
              <a:buNone/>
            </a:pPr>
            <a:r>
              <a:rPr lang="en-US" sz="1400" b="1" dirty="0"/>
              <a:t>Models</a:t>
            </a:r>
          </a:p>
          <a:p>
            <a:pPr>
              <a:buFont typeface="Wingdings" panose="05000000000000000000" pitchFamily="2" charset="2"/>
              <a:buChar char="q"/>
            </a:pPr>
            <a:r>
              <a:rPr lang="en-US" sz="1400" b="1" dirty="0" err="1"/>
              <a:t>XGBoost</a:t>
            </a:r>
            <a:r>
              <a:rPr lang="en-US" sz="1400" b="1" dirty="0"/>
              <a:t> Classifier</a:t>
            </a:r>
            <a:endParaRPr lang="en-US" sz="1400" dirty="0"/>
          </a:p>
          <a:p>
            <a:pPr marL="742950" lvl="1" indent="-285750">
              <a:buFont typeface="Wingdings" panose="05000000000000000000" pitchFamily="2" charset="2"/>
              <a:buChar char="q"/>
            </a:pPr>
            <a:r>
              <a:rPr lang="en-US" sz="1400" dirty="0"/>
              <a:t>Gradient boosting algorithm known for high accuracy and efficiency in handling structured data.</a:t>
            </a:r>
          </a:p>
          <a:p>
            <a:pPr marL="742950" lvl="1" indent="-285750">
              <a:buFont typeface="Wingdings" panose="05000000000000000000" pitchFamily="2" charset="2"/>
              <a:buChar char="q"/>
            </a:pPr>
            <a:r>
              <a:rPr lang="en-US" sz="1400" dirty="0"/>
              <a:t>Feature importance analysis for better interpretability.</a:t>
            </a:r>
          </a:p>
          <a:p>
            <a:pPr>
              <a:buFont typeface="Wingdings" panose="05000000000000000000" pitchFamily="2" charset="2"/>
              <a:buChar char="q"/>
            </a:pPr>
            <a:r>
              <a:rPr lang="en-US" sz="1400" b="1" dirty="0"/>
              <a:t>Stacking Classifier</a:t>
            </a:r>
            <a:endParaRPr lang="en-US" sz="1400" dirty="0"/>
          </a:p>
          <a:p>
            <a:pPr marL="742950" lvl="1" indent="-285750">
              <a:buFont typeface="Wingdings" panose="05000000000000000000" pitchFamily="2" charset="2"/>
              <a:buChar char="q"/>
            </a:pPr>
            <a:r>
              <a:rPr lang="en-US" sz="1400" dirty="0"/>
              <a:t>Combines predictions from multiple base models (e.g., Random Forest, Logistic Regression, SVM).</a:t>
            </a:r>
          </a:p>
          <a:p>
            <a:pPr marL="742950" lvl="1" indent="-285750">
              <a:buFont typeface="Wingdings" panose="05000000000000000000" pitchFamily="2" charset="2"/>
              <a:buChar char="q"/>
            </a:pPr>
            <a:r>
              <a:rPr lang="en-US" sz="1400" dirty="0"/>
              <a:t>Uses a meta-model (Logistic Regression) to improve overall performance.</a:t>
            </a:r>
          </a:p>
          <a:p>
            <a:pPr marL="0" indent="0">
              <a:buNone/>
            </a:pPr>
            <a:r>
              <a:rPr lang="en-US" sz="1400" b="1" dirty="0"/>
              <a:t>.         Model Training</a:t>
            </a:r>
          </a:p>
          <a:p>
            <a:pPr>
              <a:buFont typeface="Wingdings" panose="05000000000000000000" pitchFamily="2" charset="2"/>
              <a:buChar char="q"/>
            </a:pPr>
            <a:r>
              <a:rPr lang="en-US" sz="1400" dirty="0"/>
              <a:t>Split the dataset into training (80%) and testing (20%) sets.</a:t>
            </a:r>
          </a:p>
          <a:p>
            <a:pPr>
              <a:buFont typeface="Wingdings" panose="05000000000000000000" pitchFamily="2" charset="2"/>
              <a:buChar char="q"/>
            </a:pPr>
            <a:r>
              <a:rPr lang="en-US" sz="1400" dirty="0"/>
              <a:t>Use data augmentation techniques to address class imbalances, if present.</a:t>
            </a:r>
          </a:p>
          <a:p>
            <a:pPr>
              <a:buFont typeface="Wingdings" panose="05000000000000000000" pitchFamily="2" charset="2"/>
              <a:buChar char="q"/>
            </a:pPr>
            <a:r>
              <a:rPr lang="en-US" sz="1400" dirty="0"/>
              <a:t>Perform hyperparameter tuning using Grid Search or Randomized Search.</a:t>
            </a:r>
          </a:p>
          <a:p>
            <a:pPr>
              <a:buFont typeface="Wingdings" panose="05000000000000000000" pitchFamily="2" charset="2"/>
              <a:buChar char="q"/>
            </a:pPr>
            <a:r>
              <a:rPr lang="en-US" sz="1400" b="1" dirty="0"/>
              <a:t>4.3. Evaluation Metrics</a:t>
            </a:r>
          </a:p>
          <a:p>
            <a:pPr>
              <a:buFont typeface="Wingdings" panose="05000000000000000000" pitchFamily="2" charset="2"/>
              <a:buChar char="q"/>
            </a:pPr>
            <a:r>
              <a:rPr lang="en-US" sz="1400" b="1" dirty="0"/>
              <a:t>Classification Metrics</a:t>
            </a:r>
            <a:r>
              <a:rPr lang="en-US" sz="1400" dirty="0"/>
              <a:t>: Accuracy, Precision, Recall, F1-Score, ROC-AUC.</a:t>
            </a:r>
          </a:p>
          <a:p>
            <a:pPr>
              <a:buFont typeface="Wingdings" panose="05000000000000000000" pitchFamily="2" charset="2"/>
              <a:buChar char="q"/>
            </a:pPr>
            <a:r>
              <a:rPr lang="en-US" sz="1400" b="1" dirty="0"/>
              <a:t>Validation Methodology</a:t>
            </a:r>
            <a:r>
              <a:rPr lang="en-US" sz="1400" dirty="0"/>
              <a:t>: K-fold cross-validation to ensure generalization.</a:t>
            </a:r>
          </a:p>
          <a:p>
            <a:pPr marL="0" indent="0">
              <a:buFont typeface="Wingdings 2" panose="05020102010507070707" pitchFamily="18" charset="2"/>
              <a:buNone/>
              <a:defRPr/>
            </a:pPr>
            <a:endParaRPr lang="en-IN" sz="1400" dirty="0"/>
          </a:p>
        </p:txBody>
      </p:sp>
      <p:sp>
        <p:nvSpPr>
          <p:cNvPr id="3" name="Title 2">
            <a:extLst>
              <a:ext uri="{FF2B5EF4-FFF2-40B4-BE49-F238E27FC236}">
                <a16:creationId xmlns:a16="http://schemas.microsoft.com/office/drawing/2014/main" id="{661A4606-1FFE-2DCE-8769-95F804E7A42D}"/>
              </a:ext>
            </a:extLst>
          </p:cNvPr>
          <p:cNvSpPr>
            <a:spLocks noGrp="1"/>
          </p:cNvSpPr>
          <p:nvPr>
            <p:ph type="title"/>
          </p:nvPr>
        </p:nvSpPr>
        <p:spPr/>
        <p:txBody>
          <a:bodyPr/>
          <a:lstStyle/>
          <a:p>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Proposed Work</a:t>
            </a:r>
            <a:endParaRPr lang="en-IN" dirty="0"/>
          </a:p>
        </p:txBody>
      </p:sp>
      <p:sp>
        <p:nvSpPr>
          <p:cNvPr id="4" name="Date Placeholder 3">
            <a:extLst>
              <a:ext uri="{FF2B5EF4-FFF2-40B4-BE49-F238E27FC236}">
                <a16:creationId xmlns:a16="http://schemas.microsoft.com/office/drawing/2014/main" id="{7191DB8B-C540-038A-DF68-F137FB3F9A7D}"/>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D42D3725-576F-73F5-24AD-76EB73CFD6C5}"/>
              </a:ext>
            </a:extLst>
          </p:cNvPr>
          <p:cNvSpPr>
            <a:spLocks noGrp="1"/>
          </p:cNvSpPr>
          <p:nvPr>
            <p:ph type="ftr" sz="quarter" idx="11"/>
          </p:nvPr>
        </p:nvSpPr>
        <p:spPr/>
        <p:txBody>
          <a:bodyPr/>
          <a:lstStyle/>
          <a:p>
            <a:pPr>
              <a:defRPr/>
            </a:pPr>
            <a:r>
              <a:rPr lang="en-US"/>
              <a:t>Final Review</a:t>
            </a:r>
          </a:p>
        </p:txBody>
      </p:sp>
      <p:pic>
        <p:nvPicPr>
          <p:cNvPr id="7" name="Picture 4">
            <a:extLst>
              <a:ext uri="{FF2B5EF4-FFF2-40B4-BE49-F238E27FC236}">
                <a16:creationId xmlns:a16="http://schemas.microsoft.com/office/drawing/2014/main" id="{4F12011B-B308-0819-8CEF-CD876F3CF7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954304"/>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17CDAB0-F7DB-F6B2-31D1-68E9BFBE766E}"/>
              </a:ext>
            </a:extLst>
          </p:cNvPr>
          <p:cNvSpPr>
            <a:spLocks noGrp="1"/>
          </p:cNvSpPr>
          <p:nvPr>
            <p:ph sz="quarter" idx="1"/>
          </p:nvPr>
        </p:nvSpPr>
        <p:spPr>
          <a:xfrm>
            <a:off x="157316" y="3656588"/>
            <a:ext cx="10363200" cy="1829475"/>
          </a:xfrm>
        </p:spPr>
        <p:txBody>
          <a:bodyPr/>
          <a:lstStyle/>
          <a:p>
            <a:pPr>
              <a:buClr>
                <a:srgbClr val="00B0F0"/>
              </a:buClr>
              <a:buFont typeface="Wingdings" panose="05000000000000000000" pitchFamily="2" charset="2"/>
              <a:buChar char="q"/>
            </a:pPr>
            <a:r>
              <a:rPr lang="en-US" sz="1600" dirty="0"/>
              <a:t>    </a:t>
            </a:r>
            <a:r>
              <a:rPr lang="en-US" sz="1600" b="1" u="sng" dirty="0"/>
              <a:t>SOFTWARE REQUIREMENTS:</a:t>
            </a:r>
            <a:r>
              <a:rPr lang="en-US" sz="1600" dirty="0"/>
              <a:t> </a:t>
            </a:r>
          </a:p>
          <a:p>
            <a:pPr>
              <a:buClr>
                <a:srgbClr val="00B0F0"/>
              </a:buClr>
              <a:buFont typeface="Wingdings" panose="05000000000000000000" pitchFamily="2" charset="2"/>
              <a:buChar char="q"/>
            </a:pPr>
            <a:endParaRPr lang="en-US" sz="1400" dirty="0"/>
          </a:p>
          <a:p>
            <a:pPr>
              <a:buClr>
                <a:srgbClr val="00B0F0"/>
              </a:buClr>
              <a:buFont typeface="Wingdings" panose="05000000000000000000" pitchFamily="2" charset="2"/>
              <a:buChar char="q"/>
            </a:pPr>
            <a:r>
              <a:rPr lang="en-US" sz="1400" dirty="0"/>
              <a:t>Operating System : Windows 10 / 11.</a:t>
            </a:r>
          </a:p>
          <a:p>
            <a:pPr>
              <a:buClr>
                <a:srgbClr val="00B0F0"/>
              </a:buClr>
              <a:buFont typeface="Wingdings" panose="05000000000000000000" pitchFamily="2" charset="2"/>
              <a:buChar char="q"/>
            </a:pPr>
            <a:r>
              <a:rPr lang="en-US" sz="1400" dirty="0"/>
              <a:t>Coding Language : Python 3.12.0.</a:t>
            </a:r>
          </a:p>
          <a:p>
            <a:pPr>
              <a:buClr>
                <a:srgbClr val="00B0F0"/>
              </a:buClr>
              <a:buFont typeface="Wingdings" panose="05000000000000000000" pitchFamily="2" charset="2"/>
              <a:buChar char="q"/>
            </a:pPr>
            <a:r>
              <a:rPr lang="en-US" sz="1400" dirty="0"/>
              <a:t>Web Framework : Flask.</a:t>
            </a:r>
          </a:p>
          <a:p>
            <a:pPr>
              <a:buClr>
                <a:srgbClr val="00B0F0"/>
              </a:buClr>
              <a:buFont typeface="Wingdings" panose="05000000000000000000" pitchFamily="2" charset="2"/>
              <a:buChar char="q"/>
            </a:pPr>
            <a:r>
              <a:rPr lang="en-US" sz="1400" dirty="0"/>
              <a:t>Frontend : HTML, CSS, JavaScript.</a:t>
            </a:r>
          </a:p>
        </p:txBody>
      </p:sp>
      <p:sp>
        <p:nvSpPr>
          <p:cNvPr id="6" name="Title 5">
            <a:extLst>
              <a:ext uri="{FF2B5EF4-FFF2-40B4-BE49-F238E27FC236}">
                <a16:creationId xmlns:a16="http://schemas.microsoft.com/office/drawing/2014/main" id="{D29D196F-8D9C-D75C-ABCB-290C3C281025}"/>
              </a:ext>
            </a:extLst>
          </p:cNvPr>
          <p:cNvSpPr>
            <a:spLocks noGrp="1"/>
          </p:cNvSpPr>
          <p:nvPr>
            <p:ph type="title"/>
          </p:nvPr>
        </p:nvSpPr>
        <p:spPr/>
        <p:txBody>
          <a:bodyPr>
            <a:normAutofit fontScale="90000"/>
          </a:bodyPr>
          <a:lstStyle/>
          <a:p>
            <a:pPr algn="ctr" eaLnBrk="1" fontAlgn="auto" hangingPunct="1">
              <a:spcAft>
                <a:spcPts val="0"/>
              </a:spcAft>
              <a:defRPr/>
            </a:pP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36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br>
              <a:rPr lang="en-IN" sz="49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7" name="Date Placeholder 6">
            <a:extLst>
              <a:ext uri="{FF2B5EF4-FFF2-40B4-BE49-F238E27FC236}">
                <a16:creationId xmlns:a16="http://schemas.microsoft.com/office/drawing/2014/main" id="{62BE9CA7-3638-FE94-A5D7-960BCAC55CFF}"/>
              </a:ext>
            </a:extLst>
          </p:cNvPr>
          <p:cNvSpPr>
            <a:spLocks noGrp="1"/>
          </p:cNvSpPr>
          <p:nvPr>
            <p:ph type="dt" sz="half" idx="10"/>
          </p:nvPr>
        </p:nvSpPr>
        <p:spPr/>
        <p:txBody>
          <a:bodyPr/>
          <a:lstStyle/>
          <a:p>
            <a:pPr>
              <a:defRPr/>
            </a:pPr>
            <a:r>
              <a:rPr lang="en-US" dirty="0"/>
              <a:t>Tuesday, December 31, 2024</a:t>
            </a:r>
          </a:p>
        </p:txBody>
      </p:sp>
      <p:sp>
        <p:nvSpPr>
          <p:cNvPr id="5" name="Footer Placeholder 4">
            <a:extLst>
              <a:ext uri="{FF2B5EF4-FFF2-40B4-BE49-F238E27FC236}">
                <a16:creationId xmlns:a16="http://schemas.microsoft.com/office/drawing/2014/main" id="{D1E5320C-0F0D-0A1A-3367-A8E78E7AEADC}"/>
              </a:ext>
            </a:extLst>
          </p:cNvPr>
          <p:cNvSpPr>
            <a:spLocks noGrp="1"/>
          </p:cNvSpPr>
          <p:nvPr>
            <p:ph type="ftr" sz="quarter" idx="11"/>
          </p:nvPr>
        </p:nvSpPr>
        <p:spPr/>
        <p:txBody>
          <a:bodyPr/>
          <a:lstStyle/>
          <a:p>
            <a:pPr>
              <a:defRPr/>
            </a:pPr>
            <a:r>
              <a:rPr lang="en-US"/>
              <a:t>Final Review</a:t>
            </a:r>
          </a:p>
        </p:txBody>
      </p:sp>
      <p:sp>
        <p:nvSpPr>
          <p:cNvPr id="9" name="Content Placeholder 2">
            <a:extLst>
              <a:ext uri="{FF2B5EF4-FFF2-40B4-BE49-F238E27FC236}">
                <a16:creationId xmlns:a16="http://schemas.microsoft.com/office/drawing/2014/main" id="{0096862C-D917-9EF0-9139-21F000B1942A}"/>
              </a:ext>
            </a:extLst>
          </p:cNvPr>
          <p:cNvSpPr txBox="1">
            <a:spLocks/>
          </p:cNvSpPr>
          <p:nvPr/>
        </p:nvSpPr>
        <p:spPr>
          <a:xfrm>
            <a:off x="775855" y="996950"/>
            <a:ext cx="10755745" cy="517525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fontAlgn="auto">
              <a:spcAft>
                <a:spcPts val="0"/>
              </a:spcAft>
              <a:buNone/>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5604" name="Picture 1">
            <a:extLst>
              <a:ext uri="{FF2B5EF4-FFF2-40B4-BE49-F238E27FC236}">
                <a16:creationId xmlns:a16="http://schemas.microsoft.com/office/drawing/2014/main" id="{ADA759A9-6EF3-7885-EFB4-A0CE89801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0C538A1-0A23-F59A-1B6A-81D189629559}"/>
              </a:ext>
            </a:extLst>
          </p:cNvPr>
          <p:cNvSpPr txBox="1"/>
          <p:nvPr/>
        </p:nvSpPr>
        <p:spPr bwMode="auto">
          <a:xfrm>
            <a:off x="255639" y="1436688"/>
            <a:ext cx="888836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fontAlgn="auto">
              <a:spcAft>
                <a:spcPts val="0"/>
              </a:spcAft>
              <a:buClr>
                <a:srgbClr val="00B0F0"/>
              </a:buClr>
              <a:buFont typeface="Wingdings" panose="05000000000000000000" pitchFamily="2" charset="2"/>
              <a:buChar char="q"/>
              <a:defRPr/>
            </a:pPr>
            <a:r>
              <a:rPr lang="en-US" b="1" i="0" dirty="0">
                <a:effectLst/>
                <a:latin typeface="var(--thim-font-title-font-family)"/>
              </a:rPr>
              <a:t>      </a:t>
            </a:r>
            <a:r>
              <a:rPr lang="en-US" b="1" i="0" u="sng" dirty="0">
                <a:effectLst/>
                <a:latin typeface="var(--thim-font-title-font-family)"/>
              </a:rPr>
              <a:t>HARDWARE REQUIREMENTS:</a:t>
            </a:r>
          </a:p>
          <a:p>
            <a:pPr indent="-457200" fontAlgn="auto">
              <a:spcAft>
                <a:spcPts val="0"/>
              </a:spcAft>
              <a:buClr>
                <a:srgbClr val="00B0F0"/>
              </a:buClr>
              <a:buFont typeface="Wingdings" panose="05000000000000000000" pitchFamily="2" charset="2"/>
              <a:buChar char="q"/>
              <a:defRPr/>
            </a:pPr>
            <a:endParaRPr lang="en-US" dirty="0"/>
          </a:p>
          <a:p>
            <a:pPr indent="-457200" fontAlgn="auto">
              <a:spcAft>
                <a:spcPts val="0"/>
              </a:spcAft>
              <a:buClr>
                <a:srgbClr val="00B0F0"/>
              </a:buClr>
              <a:buFont typeface="Wingdings" panose="05000000000000000000" pitchFamily="2" charset="2"/>
              <a:buChar char="q"/>
              <a:defRPr/>
            </a:pPr>
            <a:r>
              <a:rPr lang="en-US" dirty="0"/>
              <a:t>System : Pentium i3 Processor.</a:t>
            </a:r>
          </a:p>
          <a:p>
            <a:pPr indent="-457200" fontAlgn="auto">
              <a:spcAft>
                <a:spcPts val="0"/>
              </a:spcAft>
              <a:buClr>
                <a:srgbClr val="00B0F0"/>
              </a:buClr>
              <a:buFont typeface="Wingdings" panose="05000000000000000000" pitchFamily="2" charset="2"/>
              <a:buChar char="q"/>
              <a:defRPr/>
            </a:pPr>
            <a:r>
              <a:rPr lang="en-US" dirty="0"/>
              <a:t>Hard Disk : 500 GB.</a:t>
            </a:r>
          </a:p>
          <a:p>
            <a:pPr indent="-457200" fontAlgn="auto">
              <a:spcAft>
                <a:spcPts val="0"/>
              </a:spcAft>
              <a:buClr>
                <a:srgbClr val="00B0F0"/>
              </a:buClr>
              <a:buFont typeface="Wingdings" panose="05000000000000000000" pitchFamily="2" charset="2"/>
              <a:buChar char="q"/>
              <a:defRPr/>
            </a:pPr>
            <a:r>
              <a:rPr lang="en-US" dirty="0"/>
              <a:t>Monitor : 15’’ LED.</a:t>
            </a:r>
          </a:p>
          <a:p>
            <a:pPr indent="-457200" fontAlgn="auto">
              <a:spcAft>
                <a:spcPts val="0"/>
              </a:spcAft>
              <a:buClr>
                <a:srgbClr val="00B0F0"/>
              </a:buClr>
              <a:buFont typeface="Wingdings" panose="05000000000000000000" pitchFamily="2" charset="2"/>
              <a:buChar char="q"/>
              <a:defRPr/>
            </a:pPr>
            <a:r>
              <a:rPr lang="en-US" dirty="0"/>
              <a:t>Input Devices : Keyboard, Mouse.</a:t>
            </a:r>
          </a:p>
          <a:p>
            <a:pPr indent="-457200" fontAlgn="auto">
              <a:spcAft>
                <a:spcPts val="0"/>
              </a:spcAft>
              <a:buClr>
                <a:srgbClr val="00B0F0"/>
              </a:buClr>
              <a:buFont typeface="Wingdings" panose="05000000000000000000" pitchFamily="2" charset="2"/>
              <a:buChar char="q"/>
              <a:defRPr/>
            </a:pPr>
            <a:r>
              <a:rPr lang="en-US" dirty="0"/>
              <a:t>Ram : 8 GB.   </a:t>
            </a:r>
            <a:endParaRPr lang="en-IN"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1692F0-1225-8701-0098-4C3AE537A1F9}"/>
              </a:ext>
            </a:extLst>
          </p:cNvPr>
          <p:cNvSpPr>
            <a:spLocks noGrp="1"/>
          </p:cNvSpPr>
          <p:nvPr>
            <p:ph type="title"/>
          </p:nvPr>
        </p:nvSpPr>
        <p:spPr/>
        <p:txBody>
          <a:bodyPr>
            <a:normAutofit/>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Application &amp; Advantages</a:t>
            </a: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4D08C9B8-D192-437F-2823-9D68F3787D72}"/>
              </a:ext>
            </a:extLst>
          </p:cNvPr>
          <p:cNvSpPr txBox="1">
            <a:spLocks/>
          </p:cNvSpPr>
          <p:nvPr/>
        </p:nvSpPr>
        <p:spPr>
          <a:xfrm>
            <a:off x="609600" y="1417638"/>
            <a:ext cx="11125200" cy="4754562"/>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spcBef>
                <a:spcPct val="0"/>
              </a:spcBef>
              <a:buClrTx/>
              <a:buSzTx/>
              <a:buFont typeface="Wingdings 2" panose="05020102010507070707" pitchFamily="18" charset="2"/>
              <a:buNone/>
              <a:defRPr/>
            </a:pPr>
            <a:r>
              <a:rPr lang="en-US" altLang="en-US" sz="2400" b="1" dirty="0">
                <a:latin typeface="Times New Roman" panose="02020603050405020304" pitchFamily="18" charset="0"/>
                <a:cs typeface="Times New Roman" panose="02020603050405020304" pitchFamily="18" charset="0"/>
              </a:rPr>
              <a:t>Application :</a:t>
            </a:r>
          </a:p>
          <a:p>
            <a:pPr marL="0" indent="0">
              <a:spcBef>
                <a:spcPct val="0"/>
              </a:spcBef>
              <a:buClrTx/>
              <a:buSzTx/>
              <a:buFont typeface="Wingdings 2" panose="05020102010507070707" pitchFamily="18" charset="2"/>
              <a:buNone/>
              <a:defRPr/>
            </a:pPr>
            <a:endParaRPr lang="en-US" altLang="en-US" sz="2800" b="1" dirty="0">
              <a:latin typeface="Times New Roman" panose="02020603050405020304" pitchFamily="18" charset="0"/>
              <a:cs typeface="Times New Roman" panose="02020603050405020304" pitchFamily="18" charset="0"/>
            </a:endParaRPr>
          </a:p>
          <a:p>
            <a:pPr>
              <a:spcBef>
                <a:spcPct val="0"/>
              </a:spcBef>
              <a:buClrTx/>
              <a:buSzTx/>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Community Health Programs</a:t>
            </a:r>
          </a:p>
          <a:p>
            <a:pPr>
              <a:spcBef>
                <a:spcPct val="0"/>
              </a:spcBef>
              <a:buClrTx/>
              <a:buSzTx/>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Used by public health agencies to track obesity trends in communities and design targeted interventions.</a:t>
            </a:r>
          </a:p>
          <a:p>
            <a:pPr>
              <a:spcBef>
                <a:spcPct val="0"/>
              </a:spcBef>
              <a:buClrTx/>
              <a:buSzTx/>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Fitness and Wellness Industry</a:t>
            </a:r>
          </a:p>
          <a:p>
            <a:pPr>
              <a:spcBef>
                <a:spcPct val="0"/>
              </a:spcBef>
              <a:buClrTx/>
              <a:buSzTx/>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Incorporated into fitness apps and programs to provide users with personalized diet and exercise recommendations.</a:t>
            </a:r>
          </a:p>
          <a:p>
            <a:pPr marL="0" indent="0">
              <a:spcBef>
                <a:spcPct val="0"/>
              </a:spcBef>
              <a:buClrTx/>
              <a:buSzTx/>
              <a:buNone/>
              <a:defRPr/>
            </a:pPr>
            <a:endParaRPr lang="en-US" altLang="en-US" sz="1800" dirty="0">
              <a:latin typeface="Times New Roman" panose="02020603050405020304" pitchFamily="18" charset="0"/>
              <a:cs typeface="Times New Roman" panose="02020603050405020304" pitchFamily="18" charset="0"/>
            </a:endParaRPr>
          </a:p>
          <a:p>
            <a:pPr marL="0" indent="0">
              <a:spcBef>
                <a:spcPct val="0"/>
              </a:spcBef>
              <a:buClrTx/>
              <a:buSzTx/>
              <a:buFont typeface="Wingdings 2" panose="05020102010507070707" pitchFamily="18" charset="2"/>
              <a:buNone/>
              <a:defRPr/>
            </a:pPr>
            <a:r>
              <a:rPr lang="en-US" altLang="en-US" sz="2400" b="1" dirty="0">
                <a:latin typeface="Times New Roman" panose="02020603050405020304" pitchFamily="18" charset="0"/>
                <a:cs typeface="Times New Roman" panose="02020603050405020304" pitchFamily="18" charset="0"/>
              </a:rPr>
              <a:t>Advantages:</a:t>
            </a:r>
            <a:endParaRPr lang="en-US" altLang="en-US" sz="2800" b="1" dirty="0">
              <a:latin typeface="Times New Roman" panose="02020603050405020304" pitchFamily="18" charset="0"/>
              <a:cs typeface="Times New Roman" panose="02020603050405020304" pitchFamily="18" charset="0"/>
            </a:endParaRPr>
          </a:p>
          <a:p>
            <a:pPr>
              <a:spcBef>
                <a:spcPct val="0"/>
              </a:spcBef>
              <a:buClrTx/>
              <a:buSzTx/>
              <a:buFont typeface="Wingdings" panose="05000000000000000000" pitchFamily="2" charset="2"/>
              <a:buChar char="q"/>
              <a:defRPr/>
            </a:pPr>
            <a:r>
              <a:rPr lang="en-US" altLang="en-US" sz="1800" dirty="0">
                <a:latin typeface="Times New Roman" panose="02020603050405020304" pitchFamily="18" charset="0"/>
                <a:cs typeface="Times New Roman" panose="02020603050405020304" pitchFamily="18" charset="0"/>
              </a:rPr>
              <a:t>Early Detection of Obesity Risk</a:t>
            </a:r>
          </a:p>
          <a:p>
            <a:pPr>
              <a:spcBef>
                <a:spcPct val="0"/>
              </a:spcBef>
              <a:buClrTx/>
              <a:buSzTx/>
              <a:buFont typeface="Wingdings" panose="05000000000000000000" pitchFamily="2" charset="2"/>
              <a:buChar char="q"/>
              <a:defRPr/>
            </a:pPr>
            <a:r>
              <a:rPr lang="en-US" altLang="en-US" sz="1800" dirty="0">
                <a:latin typeface="Times New Roman" panose="02020603050405020304" pitchFamily="18" charset="0"/>
                <a:cs typeface="Times New Roman" panose="02020603050405020304" pitchFamily="18" charset="0"/>
              </a:rPr>
              <a:t>Provides timely identification of individuals at risk of obesity, enabling early intervention and prevention strategies.</a:t>
            </a:r>
          </a:p>
          <a:p>
            <a:pPr>
              <a:spcBef>
                <a:spcPct val="0"/>
              </a:spcBef>
              <a:buClrTx/>
              <a:buSzTx/>
              <a:buFont typeface="Wingdings" panose="05000000000000000000" pitchFamily="2" charset="2"/>
              <a:buChar char="q"/>
              <a:defRPr/>
            </a:pPr>
            <a:r>
              <a:rPr lang="en-US" altLang="en-US" sz="1800" dirty="0">
                <a:latin typeface="Times New Roman" panose="02020603050405020304" pitchFamily="18" charset="0"/>
                <a:cs typeface="Times New Roman" panose="02020603050405020304" pitchFamily="18" charset="0"/>
              </a:rPr>
              <a:t>High Prediction Accuracy</a:t>
            </a:r>
          </a:p>
          <a:p>
            <a:pPr>
              <a:spcBef>
                <a:spcPct val="0"/>
              </a:spcBef>
              <a:buClrTx/>
              <a:buSzTx/>
              <a:buFont typeface="Wingdings" panose="05000000000000000000" pitchFamily="2" charset="2"/>
              <a:buChar char="q"/>
              <a:defRPr/>
            </a:pPr>
            <a:r>
              <a:rPr lang="en-US" altLang="en-US" sz="1800" dirty="0">
                <a:latin typeface="Times New Roman" panose="02020603050405020304" pitchFamily="18" charset="0"/>
                <a:cs typeface="Times New Roman" panose="02020603050405020304" pitchFamily="18" charset="0"/>
              </a:rPr>
              <a:t>Advanced machine learning models (</a:t>
            </a:r>
            <a:r>
              <a:rPr lang="en-US" altLang="en-US" sz="1800" dirty="0" err="1">
                <a:latin typeface="Times New Roman" panose="02020603050405020304" pitchFamily="18" charset="0"/>
                <a:cs typeface="Times New Roman" panose="02020603050405020304" pitchFamily="18" charset="0"/>
              </a:rPr>
              <a:t>XGBoost</a:t>
            </a:r>
            <a:r>
              <a:rPr lang="en-US" altLang="en-US" sz="1800" dirty="0">
                <a:latin typeface="Times New Roman" panose="02020603050405020304" pitchFamily="18" charset="0"/>
                <a:cs typeface="Times New Roman" panose="02020603050405020304" pitchFamily="18" charset="0"/>
              </a:rPr>
              <a:t> and Stacking Classifier) ensure precise predictions with accuracy rates of up to 98%, reducing false positives and negatives.</a:t>
            </a:r>
          </a:p>
          <a:p>
            <a:pPr>
              <a:spcBef>
                <a:spcPct val="0"/>
              </a:spcBef>
              <a:buClrTx/>
              <a:buSzTx/>
              <a:buFont typeface="Wingdings" panose="05000000000000000000" pitchFamily="2" charset="2"/>
              <a:buChar char="q"/>
              <a:defRPr/>
            </a:pPr>
            <a:r>
              <a:rPr lang="en-US" altLang="en-US" sz="1800" dirty="0">
                <a:latin typeface="Times New Roman" panose="02020603050405020304" pitchFamily="18" charset="0"/>
                <a:cs typeface="Times New Roman" panose="02020603050405020304" pitchFamily="18" charset="0"/>
              </a:rPr>
              <a:t>Personalized Feedback</a:t>
            </a:r>
          </a:p>
          <a:p>
            <a:pPr>
              <a:spcBef>
                <a:spcPct val="0"/>
              </a:spcBef>
              <a:buClrTx/>
              <a:buSzTx/>
              <a:buFont typeface="Wingdings" panose="05000000000000000000" pitchFamily="2" charset="2"/>
              <a:buChar char="q"/>
              <a:defRPr/>
            </a:pPr>
            <a:r>
              <a:rPr lang="en-US" altLang="en-US" sz="1800" dirty="0">
                <a:latin typeface="Times New Roman" panose="02020603050405020304" pitchFamily="18" charset="0"/>
                <a:cs typeface="Times New Roman" panose="02020603050405020304" pitchFamily="18" charset="0"/>
              </a:rPr>
              <a:t>Offers tailored health recommendations based on individual risk profiles, promoting better health outcomes.</a:t>
            </a:r>
          </a:p>
        </p:txBody>
      </p:sp>
      <p:pic>
        <p:nvPicPr>
          <p:cNvPr id="26628" name="Picture 1">
            <a:extLst>
              <a:ext uri="{FF2B5EF4-FFF2-40B4-BE49-F238E27FC236}">
                <a16:creationId xmlns:a16="http://schemas.microsoft.com/office/drawing/2014/main" id="{9E23976F-9333-8BAF-5C46-CF37F80B1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0" y="122238"/>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55C01ECE-715D-483E-3092-38B093F36B55}"/>
              </a:ext>
            </a:extLst>
          </p:cNvPr>
          <p:cNvSpPr>
            <a:spLocks noGrp="1"/>
          </p:cNvSpPr>
          <p:nvPr>
            <p:ph type="ftr" sz="quarter" idx="11"/>
          </p:nvPr>
        </p:nvSpPr>
        <p:spPr/>
        <p:txBody>
          <a:bodyPr/>
          <a:lstStyle/>
          <a:p>
            <a:pPr>
              <a:defRPr/>
            </a:pPr>
            <a:r>
              <a:rPr lang="en-US"/>
              <a:t>Final Review</a:t>
            </a:r>
          </a:p>
        </p:txBody>
      </p:sp>
      <p:sp>
        <p:nvSpPr>
          <p:cNvPr id="7" name="Date Placeholder 6">
            <a:extLst>
              <a:ext uri="{FF2B5EF4-FFF2-40B4-BE49-F238E27FC236}">
                <a16:creationId xmlns:a16="http://schemas.microsoft.com/office/drawing/2014/main" id="{127D538C-4760-5921-601F-BCB0AFC7DFB2}"/>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A72AB3-FFA0-039F-E7F3-235E6C175ADB}"/>
              </a:ext>
            </a:extLst>
          </p:cNvPr>
          <p:cNvSpPr>
            <a:spLocks noGrp="1"/>
          </p:cNvSpPr>
          <p:nvPr>
            <p:ph type="title"/>
          </p:nvPr>
        </p:nvSpPr>
        <p:spPr>
          <a:xfrm>
            <a:off x="1219200" y="304800"/>
            <a:ext cx="10363200" cy="1143000"/>
          </a:xfrm>
        </p:spPr>
        <p:txBody>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System Architecture/Proposed work Block diagram</a:t>
            </a:r>
          </a:p>
        </p:txBody>
      </p:sp>
      <p:sp>
        <p:nvSpPr>
          <p:cNvPr id="7" name="Footer Placeholder 6">
            <a:extLst>
              <a:ext uri="{FF2B5EF4-FFF2-40B4-BE49-F238E27FC236}">
                <a16:creationId xmlns:a16="http://schemas.microsoft.com/office/drawing/2014/main" id="{583D9D1D-2BCE-12B2-583B-51E8265CC988}"/>
              </a:ext>
            </a:extLst>
          </p:cNvPr>
          <p:cNvSpPr>
            <a:spLocks noGrp="1"/>
          </p:cNvSpPr>
          <p:nvPr>
            <p:ph type="ftr" sz="quarter" idx="11"/>
          </p:nvPr>
        </p:nvSpPr>
        <p:spPr/>
        <p:txBody>
          <a:bodyPr/>
          <a:lstStyle/>
          <a:p>
            <a:pPr>
              <a:defRPr/>
            </a:pPr>
            <a:r>
              <a:rPr lang="en-US"/>
              <a:t>Final Review</a:t>
            </a:r>
          </a:p>
        </p:txBody>
      </p:sp>
      <p:sp>
        <p:nvSpPr>
          <p:cNvPr id="8" name="Date Placeholder 7">
            <a:extLst>
              <a:ext uri="{FF2B5EF4-FFF2-40B4-BE49-F238E27FC236}">
                <a16:creationId xmlns:a16="http://schemas.microsoft.com/office/drawing/2014/main" id="{BD5961D0-0254-5488-2A8B-C4A583A0EC36}"/>
              </a:ext>
            </a:extLst>
          </p:cNvPr>
          <p:cNvSpPr>
            <a:spLocks noGrp="1"/>
          </p:cNvSpPr>
          <p:nvPr>
            <p:ph type="dt" sz="quarter" idx="10"/>
          </p:nvPr>
        </p:nvSpPr>
        <p:spPr/>
        <p:txBody>
          <a:bodyPr/>
          <a:lstStyle/>
          <a:p>
            <a:pPr>
              <a:defRPr/>
            </a:pPr>
            <a:r>
              <a:rPr lang="en-US" dirty="0"/>
              <a:t>Tuesday, December 31, 2024</a:t>
            </a:r>
          </a:p>
        </p:txBody>
      </p:sp>
      <p:pic>
        <p:nvPicPr>
          <p:cNvPr id="6" name="Content Placeholder 5">
            <a:extLst>
              <a:ext uri="{FF2B5EF4-FFF2-40B4-BE49-F238E27FC236}">
                <a16:creationId xmlns:a16="http://schemas.microsoft.com/office/drawing/2014/main" id="{69E35430-F3A6-2BB9-E08C-BD2309253C6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44159" y="1212207"/>
            <a:ext cx="11303681" cy="4979043"/>
          </a:xfrm>
        </p:spPr>
      </p:pic>
      <mc:AlternateContent xmlns:mc="http://schemas.openxmlformats.org/markup-compatibility/2006">
        <mc:Choice xmlns:p14="http://schemas.microsoft.com/office/powerpoint/2010/main" Requires="p14">
          <p:contentPart p14:bwMode="auto" r:id="rId3">
            <p14:nvContentPartPr>
              <p14:cNvPr id="128" name="Ink 127">
                <a:extLst>
                  <a:ext uri="{FF2B5EF4-FFF2-40B4-BE49-F238E27FC236}">
                    <a16:creationId xmlns:a16="http://schemas.microsoft.com/office/drawing/2014/main" id="{5C957A58-0070-3821-B5AD-B7E23B202791}"/>
                  </a:ext>
                </a:extLst>
              </p14:cNvPr>
              <p14:cNvContentPartPr/>
              <p14:nvPr/>
            </p14:nvContentPartPr>
            <p14:xfrm>
              <a:off x="10431333" y="1573442"/>
              <a:ext cx="1548000" cy="1576800"/>
            </p14:xfrm>
          </p:contentPart>
        </mc:Choice>
        <mc:Fallback>
          <p:pic>
            <p:nvPicPr>
              <p:cNvPr id="128" name="Ink 127">
                <a:extLst>
                  <a:ext uri="{FF2B5EF4-FFF2-40B4-BE49-F238E27FC236}">
                    <a16:creationId xmlns:a16="http://schemas.microsoft.com/office/drawing/2014/main" id="{5C957A58-0070-3821-B5AD-B7E23B202791}"/>
                  </a:ext>
                </a:extLst>
              </p:cNvPr>
              <p:cNvPicPr/>
              <p:nvPr/>
            </p:nvPicPr>
            <p:blipFill>
              <a:blip r:embed="rId4"/>
              <a:stretch>
                <a:fillRect/>
              </a:stretch>
            </p:blipFill>
            <p:spPr>
              <a:xfrm>
                <a:off x="10368333" y="1510442"/>
                <a:ext cx="1673640" cy="1702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27" name="Ink 126">
                <a:extLst>
                  <a:ext uri="{FF2B5EF4-FFF2-40B4-BE49-F238E27FC236}">
                    <a16:creationId xmlns:a16="http://schemas.microsoft.com/office/drawing/2014/main" id="{C48FAB3B-8F57-0EA8-83C1-C25C56009DDD}"/>
                  </a:ext>
                </a:extLst>
              </p14:cNvPr>
              <p14:cNvContentPartPr/>
              <p14:nvPr/>
            </p14:nvContentPartPr>
            <p14:xfrm>
              <a:off x="10347453" y="1379762"/>
              <a:ext cx="1627560" cy="1770120"/>
            </p14:xfrm>
          </p:contentPart>
        </mc:Choice>
        <mc:Fallback>
          <p:pic>
            <p:nvPicPr>
              <p:cNvPr id="127" name="Ink 126">
                <a:extLst>
                  <a:ext uri="{FF2B5EF4-FFF2-40B4-BE49-F238E27FC236}">
                    <a16:creationId xmlns:a16="http://schemas.microsoft.com/office/drawing/2014/main" id="{C48FAB3B-8F57-0EA8-83C1-C25C56009DDD}"/>
                  </a:ext>
                </a:extLst>
              </p:cNvPr>
              <p:cNvPicPr/>
              <p:nvPr/>
            </p:nvPicPr>
            <p:blipFill>
              <a:blip r:embed="rId6"/>
              <a:stretch>
                <a:fillRect/>
              </a:stretch>
            </p:blipFill>
            <p:spPr>
              <a:xfrm>
                <a:off x="10284453" y="1317122"/>
                <a:ext cx="1753200" cy="18957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2" name="Ink 121">
                <a:extLst>
                  <a:ext uri="{FF2B5EF4-FFF2-40B4-BE49-F238E27FC236}">
                    <a16:creationId xmlns:a16="http://schemas.microsoft.com/office/drawing/2014/main" id="{7549077F-0F7E-66B5-8C1C-A49CA8CE6A33}"/>
                  </a:ext>
                </a:extLst>
              </p14:cNvPr>
              <p14:cNvContentPartPr/>
              <p14:nvPr/>
            </p14:nvContentPartPr>
            <p14:xfrm>
              <a:off x="789093" y="1518722"/>
              <a:ext cx="1233000" cy="407520"/>
            </p14:xfrm>
          </p:contentPart>
        </mc:Choice>
        <mc:Fallback>
          <p:pic>
            <p:nvPicPr>
              <p:cNvPr id="122" name="Ink 121">
                <a:extLst>
                  <a:ext uri="{FF2B5EF4-FFF2-40B4-BE49-F238E27FC236}">
                    <a16:creationId xmlns:a16="http://schemas.microsoft.com/office/drawing/2014/main" id="{7549077F-0F7E-66B5-8C1C-A49CA8CE6A33}"/>
                  </a:ext>
                </a:extLst>
              </p:cNvPr>
              <p:cNvPicPr/>
              <p:nvPr/>
            </p:nvPicPr>
            <p:blipFill>
              <a:blip r:embed="rId8"/>
              <a:stretch>
                <a:fillRect/>
              </a:stretch>
            </p:blipFill>
            <p:spPr>
              <a:xfrm>
                <a:off x="726093" y="1456082"/>
                <a:ext cx="1358640" cy="533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0DEA6151-E839-16DB-A9F6-59D3AD3D3ED6}"/>
                  </a:ext>
                </a:extLst>
              </p14:cNvPr>
              <p14:cNvContentPartPr/>
              <p14:nvPr/>
            </p14:nvContentPartPr>
            <p14:xfrm>
              <a:off x="775053" y="1585322"/>
              <a:ext cx="1177920" cy="32760"/>
            </p14:xfrm>
          </p:contentPart>
        </mc:Choice>
        <mc:Fallback>
          <p:pic>
            <p:nvPicPr>
              <p:cNvPr id="22" name="Ink 21">
                <a:extLst>
                  <a:ext uri="{FF2B5EF4-FFF2-40B4-BE49-F238E27FC236}">
                    <a16:creationId xmlns:a16="http://schemas.microsoft.com/office/drawing/2014/main" id="{0DEA6151-E839-16DB-A9F6-59D3AD3D3ED6}"/>
                  </a:ext>
                </a:extLst>
              </p:cNvPr>
              <p:cNvPicPr/>
              <p:nvPr/>
            </p:nvPicPr>
            <p:blipFill>
              <a:blip r:embed="rId10"/>
              <a:stretch>
                <a:fillRect/>
              </a:stretch>
            </p:blipFill>
            <p:spPr>
              <a:xfrm>
                <a:off x="721413" y="1477682"/>
                <a:ext cx="128556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21" name="Ink 120">
                <a:extLst>
                  <a:ext uri="{FF2B5EF4-FFF2-40B4-BE49-F238E27FC236}">
                    <a16:creationId xmlns:a16="http://schemas.microsoft.com/office/drawing/2014/main" id="{BF3D6500-5BCB-2492-71D2-94FF78A981BC}"/>
                  </a:ext>
                </a:extLst>
              </p14:cNvPr>
              <p14:cNvContentPartPr/>
              <p14:nvPr/>
            </p14:nvContentPartPr>
            <p14:xfrm>
              <a:off x="1290933" y="1885922"/>
              <a:ext cx="639720" cy="64800"/>
            </p14:xfrm>
          </p:contentPart>
        </mc:Choice>
        <mc:Fallback>
          <p:pic>
            <p:nvPicPr>
              <p:cNvPr id="121" name="Ink 120">
                <a:extLst>
                  <a:ext uri="{FF2B5EF4-FFF2-40B4-BE49-F238E27FC236}">
                    <a16:creationId xmlns:a16="http://schemas.microsoft.com/office/drawing/2014/main" id="{BF3D6500-5BCB-2492-71D2-94FF78A981BC}"/>
                  </a:ext>
                </a:extLst>
              </p:cNvPr>
              <p:cNvPicPr/>
              <p:nvPr/>
            </p:nvPicPr>
            <p:blipFill>
              <a:blip r:embed="rId12"/>
              <a:stretch>
                <a:fillRect/>
              </a:stretch>
            </p:blipFill>
            <p:spPr>
              <a:xfrm>
                <a:off x="1237293" y="1778282"/>
                <a:ext cx="74736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0" name="Ink 119">
                <a:extLst>
                  <a:ext uri="{FF2B5EF4-FFF2-40B4-BE49-F238E27FC236}">
                    <a16:creationId xmlns:a16="http://schemas.microsoft.com/office/drawing/2014/main" id="{43D2BDF4-DB5D-35AD-E3D0-6E975D789927}"/>
                  </a:ext>
                </a:extLst>
              </p14:cNvPr>
              <p14:cNvContentPartPr/>
              <p14:nvPr/>
            </p14:nvContentPartPr>
            <p14:xfrm>
              <a:off x="798453" y="1796282"/>
              <a:ext cx="4320" cy="154440"/>
            </p14:xfrm>
          </p:contentPart>
        </mc:Choice>
        <mc:Fallback>
          <p:pic>
            <p:nvPicPr>
              <p:cNvPr id="120" name="Ink 119">
                <a:extLst>
                  <a:ext uri="{FF2B5EF4-FFF2-40B4-BE49-F238E27FC236}">
                    <a16:creationId xmlns:a16="http://schemas.microsoft.com/office/drawing/2014/main" id="{43D2BDF4-DB5D-35AD-E3D0-6E975D789927}"/>
                  </a:ext>
                </a:extLst>
              </p:cNvPr>
              <p:cNvPicPr/>
              <p:nvPr/>
            </p:nvPicPr>
            <p:blipFill>
              <a:blip r:embed="rId14"/>
              <a:stretch>
                <a:fillRect/>
              </a:stretch>
            </p:blipFill>
            <p:spPr>
              <a:xfrm>
                <a:off x="744813" y="1688642"/>
                <a:ext cx="11196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9" name="Ink 118">
                <a:extLst>
                  <a:ext uri="{FF2B5EF4-FFF2-40B4-BE49-F238E27FC236}">
                    <a16:creationId xmlns:a16="http://schemas.microsoft.com/office/drawing/2014/main" id="{9B7DA29C-DC5B-415B-722A-0CC210AF2196}"/>
                  </a:ext>
                </a:extLst>
              </p14:cNvPr>
              <p14:cNvContentPartPr/>
              <p14:nvPr/>
            </p14:nvContentPartPr>
            <p14:xfrm>
              <a:off x="739053" y="1659482"/>
              <a:ext cx="1255680" cy="291600"/>
            </p14:xfrm>
          </p:contentPart>
        </mc:Choice>
        <mc:Fallback>
          <p:pic>
            <p:nvPicPr>
              <p:cNvPr id="119" name="Ink 118">
                <a:extLst>
                  <a:ext uri="{FF2B5EF4-FFF2-40B4-BE49-F238E27FC236}">
                    <a16:creationId xmlns:a16="http://schemas.microsoft.com/office/drawing/2014/main" id="{9B7DA29C-DC5B-415B-722A-0CC210AF2196}"/>
                  </a:ext>
                </a:extLst>
              </p:cNvPr>
              <p:cNvPicPr/>
              <p:nvPr/>
            </p:nvPicPr>
            <p:blipFill>
              <a:blip r:embed="rId16"/>
              <a:stretch>
                <a:fillRect/>
              </a:stretch>
            </p:blipFill>
            <p:spPr>
              <a:xfrm>
                <a:off x="685053" y="1551482"/>
                <a:ext cx="1363320" cy="507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8" name="Ink 117">
                <a:extLst>
                  <a:ext uri="{FF2B5EF4-FFF2-40B4-BE49-F238E27FC236}">
                    <a16:creationId xmlns:a16="http://schemas.microsoft.com/office/drawing/2014/main" id="{2F840C24-1990-5B09-BF51-6DC60251B91F}"/>
                  </a:ext>
                </a:extLst>
              </p14:cNvPr>
              <p14:cNvContentPartPr/>
              <p14:nvPr/>
            </p14:nvContentPartPr>
            <p14:xfrm>
              <a:off x="967293" y="1601522"/>
              <a:ext cx="969480" cy="231480"/>
            </p14:xfrm>
          </p:contentPart>
        </mc:Choice>
        <mc:Fallback>
          <p:pic>
            <p:nvPicPr>
              <p:cNvPr id="118" name="Ink 117">
                <a:extLst>
                  <a:ext uri="{FF2B5EF4-FFF2-40B4-BE49-F238E27FC236}">
                    <a16:creationId xmlns:a16="http://schemas.microsoft.com/office/drawing/2014/main" id="{2F840C24-1990-5B09-BF51-6DC60251B91F}"/>
                  </a:ext>
                </a:extLst>
              </p:cNvPr>
              <p:cNvPicPr/>
              <p:nvPr/>
            </p:nvPicPr>
            <p:blipFill>
              <a:blip r:embed="rId18"/>
              <a:stretch>
                <a:fillRect/>
              </a:stretch>
            </p:blipFill>
            <p:spPr>
              <a:xfrm>
                <a:off x="913653" y="1493882"/>
                <a:ext cx="1077120" cy="4471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7" name="Ink 116">
                <a:extLst>
                  <a:ext uri="{FF2B5EF4-FFF2-40B4-BE49-F238E27FC236}">
                    <a16:creationId xmlns:a16="http://schemas.microsoft.com/office/drawing/2014/main" id="{767256EB-1668-E903-568E-39A139713E22}"/>
                  </a:ext>
                </a:extLst>
              </p14:cNvPr>
              <p14:cNvContentPartPr/>
              <p14:nvPr/>
            </p14:nvContentPartPr>
            <p14:xfrm>
              <a:off x="1301733" y="1562282"/>
              <a:ext cx="720360" cy="174960"/>
            </p14:xfrm>
          </p:contentPart>
        </mc:Choice>
        <mc:Fallback>
          <p:pic>
            <p:nvPicPr>
              <p:cNvPr id="117" name="Ink 116">
                <a:extLst>
                  <a:ext uri="{FF2B5EF4-FFF2-40B4-BE49-F238E27FC236}">
                    <a16:creationId xmlns:a16="http://schemas.microsoft.com/office/drawing/2014/main" id="{767256EB-1668-E903-568E-39A139713E22}"/>
                  </a:ext>
                </a:extLst>
              </p:cNvPr>
              <p:cNvPicPr/>
              <p:nvPr/>
            </p:nvPicPr>
            <p:blipFill>
              <a:blip r:embed="rId20"/>
              <a:stretch>
                <a:fillRect/>
              </a:stretch>
            </p:blipFill>
            <p:spPr>
              <a:xfrm>
                <a:off x="1247733" y="1454642"/>
                <a:ext cx="828000" cy="390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16" name="Ink 115">
                <a:extLst>
                  <a:ext uri="{FF2B5EF4-FFF2-40B4-BE49-F238E27FC236}">
                    <a16:creationId xmlns:a16="http://schemas.microsoft.com/office/drawing/2014/main" id="{8A08A9B0-ECD3-6F73-B4EF-2ACCC7B68DAD}"/>
                  </a:ext>
                </a:extLst>
              </p14:cNvPr>
              <p14:cNvContentPartPr/>
              <p14:nvPr/>
            </p14:nvContentPartPr>
            <p14:xfrm>
              <a:off x="705933" y="1624562"/>
              <a:ext cx="12240" cy="326520"/>
            </p14:xfrm>
          </p:contentPart>
        </mc:Choice>
        <mc:Fallback>
          <p:pic>
            <p:nvPicPr>
              <p:cNvPr id="116" name="Ink 115">
                <a:extLst>
                  <a:ext uri="{FF2B5EF4-FFF2-40B4-BE49-F238E27FC236}">
                    <a16:creationId xmlns:a16="http://schemas.microsoft.com/office/drawing/2014/main" id="{8A08A9B0-ECD3-6F73-B4EF-2ACCC7B68DAD}"/>
                  </a:ext>
                </a:extLst>
              </p:cNvPr>
              <p:cNvPicPr/>
              <p:nvPr/>
            </p:nvPicPr>
            <p:blipFill>
              <a:blip r:embed="rId22"/>
              <a:stretch>
                <a:fillRect/>
              </a:stretch>
            </p:blipFill>
            <p:spPr>
              <a:xfrm>
                <a:off x="651933" y="1516562"/>
                <a:ext cx="119880" cy="5421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15" name="Ink 114">
                <a:extLst>
                  <a:ext uri="{FF2B5EF4-FFF2-40B4-BE49-F238E27FC236}">
                    <a16:creationId xmlns:a16="http://schemas.microsoft.com/office/drawing/2014/main" id="{5997F495-69D8-F8CB-C538-7C57B32315A5}"/>
                  </a:ext>
                </a:extLst>
              </p14:cNvPr>
              <p14:cNvContentPartPr/>
              <p14:nvPr/>
            </p14:nvContentPartPr>
            <p14:xfrm>
              <a:off x="868293" y="1909682"/>
              <a:ext cx="229680" cy="45000"/>
            </p14:xfrm>
          </p:contentPart>
        </mc:Choice>
        <mc:Fallback>
          <p:pic>
            <p:nvPicPr>
              <p:cNvPr id="115" name="Ink 114">
                <a:extLst>
                  <a:ext uri="{FF2B5EF4-FFF2-40B4-BE49-F238E27FC236}">
                    <a16:creationId xmlns:a16="http://schemas.microsoft.com/office/drawing/2014/main" id="{5997F495-69D8-F8CB-C538-7C57B32315A5}"/>
                  </a:ext>
                </a:extLst>
              </p:cNvPr>
              <p:cNvPicPr/>
              <p:nvPr/>
            </p:nvPicPr>
            <p:blipFill>
              <a:blip r:embed="rId24"/>
              <a:stretch>
                <a:fillRect/>
              </a:stretch>
            </p:blipFill>
            <p:spPr>
              <a:xfrm>
                <a:off x="814293" y="1801682"/>
                <a:ext cx="33732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14" name="Ink 113">
                <a:extLst>
                  <a:ext uri="{FF2B5EF4-FFF2-40B4-BE49-F238E27FC236}">
                    <a16:creationId xmlns:a16="http://schemas.microsoft.com/office/drawing/2014/main" id="{8CE16030-C1AE-4D70-8665-EB629F2FC83D}"/>
                  </a:ext>
                </a:extLst>
              </p14:cNvPr>
              <p14:cNvContentPartPr/>
              <p14:nvPr/>
            </p14:nvContentPartPr>
            <p14:xfrm>
              <a:off x="1811133" y="1931282"/>
              <a:ext cx="99000" cy="29880"/>
            </p14:xfrm>
          </p:contentPart>
        </mc:Choice>
        <mc:Fallback>
          <p:pic>
            <p:nvPicPr>
              <p:cNvPr id="114" name="Ink 113">
                <a:extLst>
                  <a:ext uri="{FF2B5EF4-FFF2-40B4-BE49-F238E27FC236}">
                    <a16:creationId xmlns:a16="http://schemas.microsoft.com/office/drawing/2014/main" id="{8CE16030-C1AE-4D70-8665-EB629F2FC83D}"/>
                  </a:ext>
                </a:extLst>
              </p:cNvPr>
              <p:cNvPicPr/>
              <p:nvPr/>
            </p:nvPicPr>
            <p:blipFill>
              <a:blip r:embed="rId26"/>
              <a:stretch>
                <a:fillRect/>
              </a:stretch>
            </p:blipFill>
            <p:spPr>
              <a:xfrm>
                <a:off x="1757493" y="1823282"/>
                <a:ext cx="206640" cy="245520"/>
              </a:xfrm>
              <a:prstGeom prst="rect">
                <a:avLst/>
              </a:prstGeom>
            </p:spPr>
          </p:pic>
        </mc:Fallback>
      </mc:AlternateContent>
      <p:pic>
        <p:nvPicPr>
          <p:cNvPr id="45" name="Picture 4">
            <a:extLst>
              <a:ext uri="{FF2B5EF4-FFF2-40B4-BE49-F238E27FC236}">
                <a16:creationId xmlns:a16="http://schemas.microsoft.com/office/drawing/2014/main" id="{2F59F9EA-0E5E-0E55-C5F1-9A194C051D5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28">
            <p14:nvContentPartPr>
              <p14:cNvPr id="97" name="Ink 96">
                <a:extLst>
                  <a:ext uri="{FF2B5EF4-FFF2-40B4-BE49-F238E27FC236}">
                    <a16:creationId xmlns:a16="http://schemas.microsoft.com/office/drawing/2014/main" id="{427266B0-41A8-0F9F-7D33-BCC4495AF086}"/>
                  </a:ext>
                </a:extLst>
              </p14:cNvPr>
              <p14:cNvContentPartPr/>
              <p14:nvPr/>
            </p14:nvContentPartPr>
            <p14:xfrm>
              <a:off x="1050440" y="1334520"/>
              <a:ext cx="497880" cy="98280"/>
            </p14:xfrm>
          </p:contentPart>
        </mc:Choice>
        <mc:Fallback>
          <p:pic>
            <p:nvPicPr>
              <p:cNvPr id="97" name="Ink 96">
                <a:extLst>
                  <a:ext uri="{FF2B5EF4-FFF2-40B4-BE49-F238E27FC236}">
                    <a16:creationId xmlns:a16="http://schemas.microsoft.com/office/drawing/2014/main" id="{427266B0-41A8-0F9F-7D33-BCC4495AF086}"/>
                  </a:ext>
                </a:extLst>
              </p:cNvPr>
              <p:cNvPicPr/>
              <p:nvPr/>
            </p:nvPicPr>
            <p:blipFill>
              <a:blip r:embed="rId29"/>
              <a:stretch>
                <a:fillRect/>
              </a:stretch>
            </p:blipFill>
            <p:spPr>
              <a:xfrm>
                <a:off x="996800" y="1226880"/>
                <a:ext cx="60552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96" name="Ink 95">
                <a:extLst>
                  <a:ext uri="{FF2B5EF4-FFF2-40B4-BE49-F238E27FC236}">
                    <a16:creationId xmlns:a16="http://schemas.microsoft.com/office/drawing/2014/main" id="{5C1F0D39-228D-745F-FE32-25771DBADAF7}"/>
                  </a:ext>
                </a:extLst>
              </p14:cNvPr>
              <p14:cNvContentPartPr/>
              <p14:nvPr/>
            </p14:nvContentPartPr>
            <p14:xfrm>
              <a:off x="1208840" y="1350720"/>
              <a:ext cx="309240" cy="22320"/>
            </p14:xfrm>
          </p:contentPart>
        </mc:Choice>
        <mc:Fallback>
          <p:pic>
            <p:nvPicPr>
              <p:cNvPr id="96" name="Ink 95">
                <a:extLst>
                  <a:ext uri="{FF2B5EF4-FFF2-40B4-BE49-F238E27FC236}">
                    <a16:creationId xmlns:a16="http://schemas.microsoft.com/office/drawing/2014/main" id="{5C1F0D39-228D-745F-FE32-25771DBADAF7}"/>
                  </a:ext>
                </a:extLst>
              </p:cNvPr>
              <p:cNvPicPr/>
              <p:nvPr/>
            </p:nvPicPr>
            <p:blipFill>
              <a:blip r:embed="rId31"/>
              <a:stretch>
                <a:fillRect/>
              </a:stretch>
            </p:blipFill>
            <p:spPr>
              <a:xfrm>
                <a:off x="1154840" y="1243080"/>
                <a:ext cx="41688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95" name="Ink 94">
                <a:extLst>
                  <a:ext uri="{FF2B5EF4-FFF2-40B4-BE49-F238E27FC236}">
                    <a16:creationId xmlns:a16="http://schemas.microsoft.com/office/drawing/2014/main" id="{BCAF75EC-3372-2179-D8DB-E6CC6F939603}"/>
                  </a:ext>
                </a:extLst>
              </p14:cNvPr>
              <p14:cNvContentPartPr/>
              <p14:nvPr/>
            </p14:nvContentPartPr>
            <p14:xfrm>
              <a:off x="1310000" y="1252440"/>
              <a:ext cx="473760" cy="95040"/>
            </p14:xfrm>
          </p:contentPart>
        </mc:Choice>
        <mc:Fallback>
          <p:pic>
            <p:nvPicPr>
              <p:cNvPr id="95" name="Ink 94">
                <a:extLst>
                  <a:ext uri="{FF2B5EF4-FFF2-40B4-BE49-F238E27FC236}">
                    <a16:creationId xmlns:a16="http://schemas.microsoft.com/office/drawing/2014/main" id="{BCAF75EC-3372-2179-D8DB-E6CC6F939603}"/>
                  </a:ext>
                </a:extLst>
              </p:cNvPr>
              <p:cNvPicPr/>
              <p:nvPr/>
            </p:nvPicPr>
            <p:blipFill>
              <a:blip r:embed="rId33"/>
              <a:stretch>
                <a:fillRect/>
              </a:stretch>
            </p:blipFill>
            <p:spPr>
              <a:xfrm>
                <a:off x="1256360" y="1144440"/>
                <a:ext cx="58140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94" name="Ink 93">
                <a:extLst>
                  <a:ext uri="{FF2B5EF4-FFF2-40B4-BE49-F238E27FC236}">
                    <a16:creationId xmlns:a16="http://schemas.microsoft.com/office/drawing/2014/main" id="{C7181E84-3156-75C3-1E49-C2EDC8378712}"/>
                  </a:ext>
                </a:extLst>
              </p14:cNvPr>
              <p14:cNvContentPartPr/>
              <p14:nvPr/>
            </p14:nvContentPartPr>
            <p14:xfrm>
              <a:off x="1310000" y="1254600"/>
              <a:ext cx="342000" cy="74880"/>
            </p14:xfrm>
          </p:contentPart>
        </mc:Choice>
        <mc:Fallback>
          <p:pic>
            <p:nvPicPr>
              <p:cNvPr id="94" name="Ink 93">
                <a:extLst>
                  <a:ext uri="{FF2B5EF4-FFF2-40B4-BE49-F238E27FC236}">
                    <a16:creationId xmlns:a16="http://schemas.microsoft.com/office/drawing/2014/main" id="{C7181E84-3156-75C3-1E49-C2EDC8378712}"/>
                  </a:ext>
                </a:extLst>
              </p:cNvPr>
              <p:cNvPicPr/>
              <p:nvPr/>
            </p:nvPicPr>
            <p:blipFill>
              <a:blip r:embed="rId35"/>
              <a:stretch>
                <a:fillRect/>
              </a:stretch>
            </p:blipFill>
            <p:spPr>
              <a:xfrm>
                <a:off x="1256360" y="1146960"/>
                <a:ext cx="44964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93" name="Ink 92">
                <a:extLst>
                  <a:ext uri="{FF2B5EF4-FFF2-40B4-BE49-F238E27FC236}">
                    <a16:creationId xmlns:a16="http://schemas.microsoft.com/office/drawing/2014/main" id="{F629CEA4-94F8-7D74-AF76-6B01B560C801}"/>
                  </a:ext>
                </a:extLst>
              </p14:cNvPr>
              <p14:cNvContentPartPr/>
              <p14:nvPr/>
            </p14:nvContentPartPr>
            <p14:xfrm>
              <a:off x="1310000" y="1279800"/>
              <a:ext cx="430560" cy="102600"/>
            </p14:xfrm>
          </p:contentPart>
        </mc:Choice>
        <mc:Fallback>
          <p:pic>
            <p:nvPicPr>
              <p:cNvPr id="93" name="Ink 92">
                <a:extLst>
                  <a:ext uri="{FF2B5EF4-FFF2-40B4-BE49-F238E27FC236}">
                    <a16:creationId xmlns:a16="http://schemas.microsoft.com/office/drawing/2014/main" id="{F629CEA4-94F8-7D74-AF76-6B01B560C801}"/>
                  </a:ext>
                </a:extLst>
              </p:cNvPr>
              <p:cNvPicPr/>
              <p:nvPr/>
            </p:nvPicPr>
            <p:blipFill>
              <a:blip r:embed="rId37"/>
              <a:stretch>
                <a:fillRect/>
              </a:stretch>
            </p:blipFill>
            <p:spPr>
              <a:xfrm>
                <a:off x="1256360" y="1172160"/>
                <a:ext cx="53820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2" name="Ink 91">
                <a:extLst>
                  <a:ext uri="{FF2B5EF4-FFF2-40B4-BE49-F238E27FC236}">
                    <a16:creationId xmlns:a16="http://schemas.microsoft.com/office/drawing/2014/main" id="{1D255B28-73EA-06AA-C7A4-FBCB5BC17F70}"/>
                  </a:ext>
                </a:extLst>
              </p14:cNvPr>
              <p14:cNvContentPartPr/>
              <p14:nvPr/>
            </p14:nvContentPartPr>
            <p14:xfrm>
              <a:off x="1188680" y="1351080"/>
              <a:ext cx="608040" cy="470160"/>
            </p14:xfrm>
          </p:contentPart>
        </mc:Choice>
        <mc:Fallback>
          <p:pic>
            <p:nvPicPr>
              <p:cNvPr id="92" name="Ink 91">
                <a:extLst>
                  <a:ext uri="{FF2B5EF4-FFF2-40B4-BE49-F238E27FC236}">
                    <a16:creationId xmlns:a16="http://schemas.microsoft.com/office/drawing/2014/main" id="{1D255B28-73EA-06AA-C7A4-FBCB5BC17F70}"/>
                  </a:ext>
                </a:extLst>
              </p:cNvPr>
              <p:cNvPicPr/>
              <p:nvPr/>
            </p:nvPicPr>
            <p:blipFill>
              <a:blip r:embed="rId39"/>
              <a:stretch>
                <a:fillRect/>
              </a:stretch>
            </p:blipFill>
            <p:spPr>
              <a:xfrm>
                <a:off x="1098680" y="1171080"/>
                <a:ext cx="787680" cy="829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91" name="Ink 90">
                <a:extLst>
                  <a:ext uri="{FF2B5EF4-FFF2-40B4-BE49-F238E27FC236}">
                    <a16:creationId xmlns:a16="http://schemas.microsoft.com/office/drawing/2014/main" id="{87D381A1-D8F0-AA3E-5948-6263D202A6E9}"/>
                  </a:ext>
                </a:extLst>
              </p14:cNvPr>
              <p14:cNvContentPartPr/>
              <p14:nvPr/>
            </p14:nvContentPartPr>
            <p14:xfrm>
              <a:off x="1310360" y="1280160"/>
              <a:ext cx="110880" cy="59400"/>
            </p14:xfrm>
          </p:contentPart>
        </mc:Choice>
        <mc:Fallback>
          <p:pic>
            <p:nvPicPr>
              <p:cNvPr id="91" name="Ink 90">
                <a:extLst>
                  <a:ext uri="{FF2B5EF4-FFF2-40B4-BE49-F238E27FC236}">
                    <a16:creationId xmlns:a16="http://schemas.microsoft.com/office/drawing/2014/main" id="{87D381A1-D8F0-AA3E-5948-6263D202A6E9}"/>
                  </a:ext>
                </a:extLst>
              </p:cNvPr>
              <p:cNvPicPr/>
              <p:nvPr/>
            </p:nvPicPr>
            <p:blipFill>
              <a:blip r:embed="rId41"/>
              <a:stretch>
                <a:fillRect/>
              </a:stretch>
            </p:blipFill>
            <p:spPr>
              <a:xfrm>
                <a:off x="1220360" y="1100160"/>
                <a:ext cx="290520" cy="4190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13" name="Ink 112">
                <a:extLst>
                  <a:ext uri="{FF2B5EF4-FFF2-40B4-BE49-F238E27FC236}">
                    <a16:creationId xmlns:a16="http://schemas.microsoft.com/office/drawing/2014/main" id="{E9372C9D-EE57-E2F9-489D-D3B2C49F2920}"/>
                  </a:ext>
                </a:extLst>
              </p14:cNvPr>
              <p14:cNvContentPartPr/>
              <p14:nvPr/>
            </p14:nvContentPartPr>
            <p14:xfrm>
              <a:off x="1473080" y="1260720"/>
              <a:ext cx="566640" cy="293760"/>
            </p14:xfrm>
          </p:contentPart>
        </mc:Choice>
        <mc:Fallback>
          <p:pic>
            <p:nvPicPr>
              <p:cNvPr id="113" name="Ink 112">
                <a:extLst>
                  <a:ext uri="{FF2B5EF4-FFF2-40B4-BE49-F238E27FC236}">
                    <a16:creationId xmlns:a16="http://schemas.microsoft.com/office/drawing/2014/main" id="{E9372C9D-EE57-E2F9-489D-D3B2C49F2920}"/>
                  </a:ext>
                </a:extLst>
              </p:cNvPr>
              <p:cNvPicPr/>
              <p:nvPr/>
            </p:nvPicPr>
            <p:blipFill>
              <a:blip r:embed="rId43"/>
              <a:stretch>
                <a:fillRect/>
              </a:stretch>
            </p:blipFill>
            <p:spPr>
              <a:xfrm>
                <a:off x="1383080" y="1081080"/>
                <a:ext cx="746280" cy="653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12" name="Ink 111">
                <a:extLst>
                  <a:ext uri="{FF2B5EF4-FFF2-40B4-BE49-F238E27FC236}">
                    <a16:creationId xmlns:a16="http://schemas.microsoft.com/office/drawing/2014/main" id="{69E283A8-8A1B-D230-F260-C192C7A72853}"/>
                  </a:ext>
                </a:extLst>
              </p14:cNvPr>
              <p14:cNvContentPartPr/>
              <p14:nvPr/>
            </p14:nvContentPartPr>
            <p14:xfrm>
              <a:off x="1026320" y="1391760"/>
              <a:ext cx="445680" cy="559440"/>
            </p14:xfrm>
          </p:contentPart>
        </mc:Choice>
        <mc:Fallback>
          <p:pic>
            <p:nvPicPr>
              <p:cNvPr id="112" name="Ink 111">
                <a:extLst>
                  <a:ext uri="{FF2B5EF4-FFF2-40B4-BE49-F238E27FC236}">
                    <a16:creationId xmlns:a16="http://schemas.microsoft.com/office/drawing/2014/main" id="{69E283A8-8A1B-D230-F260-C192C7A72853}"/>
                  </a:ext>
                </a:extLst>
              </p:cNvPr>
              <p:cNvPicPr/>
              <p:nvPr/>
            </p:nvPicPr>
            <p:blipFill>
              <a:blip r:embed="rId45"/>
              <a:stretch>
                <a:fillRect/>
              </a:stretch>
            </p:blipFill>
            <p:spPr>
              <a:xfrm>
                <a:off x="936320" y="1211760"/>
                <a:ext cx="625320" cy="9190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11" name="Ink 110">
                <a:extLst>
                  <a:ext uri="{FF2B5EF4-FFF2-40B4-BE49-F238E27FC236}">
                    <a16:creationId xmlns:a16="http://schemas.microsoft.com/office/drawing/2014/main" id="{AE5B3013-E419-C139-003E-2CD030A5302C}"/>
                  </a:ext>
                </a:extLst>
              </p14:cNvPr>
              <p14:cNvContentPartPr/>
              <p14:nvPr/>
            </p14:nvContentPartPr>
            <p14:xfrm>
              <a:off x="1310000" y="1321920"/>
              <a:ext cx="290160" cy="629280"/>
            </p14:xfrm>
          </p:contentPart>
        </mc:Choice>
        <mc:Fallback>
          <p:pic>
            <p:nvPicPr>
              <p:cNvPr id="111" name="Ink 110">
                <a:extLst>
                  <a:ext uri="{FF2B5EF4-FFF2-40B4-BE49-F238E27FC236}">
                    <a16:creationId xmlns:a16="http://schemas.microsoft.com/office/drawing/2014/main" id="{AE5B3013-E419-C139-003E-2CD030A5302C}"/>
                  </a:ext>
                </a:extLst>
              </p:cNvPr>
              <p:cNvPicPr/>
              <p:nvPr/>
            </p:nvPicPr>
            <p:blipFill>
              <a:blip r:embed="rId47"/>
              <a:stretch>
                <a:fillRect/>
              </a:stretch>
            </p:blipFill>
            <p:spPr>
              <a:xfrm>
                <a:off x="1220360" y="1142280"/>
                <a:ext cx="469800" cy="988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0" name="Ink 109">
                <a:extLst>
                  <a:ext uri="{FF2B5EF4-FFF2-40B4-BE49-F238E27FC236}">
                    <a16:creationId xmlns:a16="http://schemas.microsoft.com/office/drawing/2014/main" id="{C30D67FD-4DFF-1443-B367-60C0FA4726F5}"/>
                  </a:ext>
                </a:extLst>
              </p14:cNvPr>
              <p14:cNvContentPartPr/>
              <p14:nvPr/>
            </p14:nvContentPartPr>
            <p14:xfrm>
              <a:off x="1155560" y="1351080"/>
              <a:ext cx="599760" cy="600120"/>
            </p14:xfrm>
          </p:contentPart>
        </mc:Choice>
        <mc:Fallback>
          <p:pic>
            <p:nvPicPr>
              <p:cNvPr id="110" name="Ink 109">
                <a:extLst>
                  <a:ext uri="{FF2B5EF4-FFF2-40B4-BE49-F238E27FC236}">
                    <a16:creationId xmlns:a16="http://schemas.microsoft.com/office/drawing/2014/main" id="{C30D67FD-4DFF-1443-B367-60C0FA4726F5}"/>
                  </a:ext>
                </a:extLst>
              </p:cNvPr>
              <p:cNvPicPr/>
              <p:nvPr/>
            </p:nvPicPr>
            <p:blipFill>
              <a:blip r:embed="rId49"/>
              <a:stretch>
                <a:fillRect/>
              </a:stretch>
            </p:blipFill>
            <p:spPr>
              <a:xfrm>
                <a:off x="1065560" y="1171080"/>
                <a:ext cx="779400" cy="9597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88" name="Ink 87">
                <a:extLst>
                  <a:ext uri="{FF2B5EF4-FFF2-40B4-BE49-F238E27FC236}">
                    <a16:creationId xmlns:a16="http://schemas.microsoft.com/office/drawing/2014/main" id="{7AD6D6A6-1ACC-627E-5BE1-7F775D263EE2}"/>
                  </a:ext>
                </a:extLst>
              </p14:cNvPr>
              <p14:cNvContentPartPr/>
              <p14:nvPr/>
            </p14:nvContentPartPr>
            <p14:xfrm>
              <a:off x="1243040" y="1233720"/>
              <a:ext cx="441000" cy="201240"/>
            </p14:xfrm>
          </p:contentPart>
        </mc:Choice>
        <mc:Fallback>
          <p:pic>
            <p:nvPicPr>
              <p:cNvPr id="88" name="Ink 87">
                <a:extLst>
                  <a:ext uri="{FF2B5EF4-FFF2-40B4-BE49-F238E27FC236}">
                    <a16:creationId xmlns:a16="http://schemas.microsoft.com/office/drawing/2014/main" id="{7AD6D6A6-1ACC-627E-5BE1-7F775D263EE2}"/>
                  </a:ext>
                </a:extLst>
              </p:cNvPr>
              <p:cNvPicPr/>
              <p:nvPr/>
            </p:nvPicPr>
            <p:blipFill>
              <a:blip r:embed="rId51"/>
              <a:stretch>
                <a:fillRect/>
              </a:stretch>
            </p:blipFill>
            <p:spPr>
              <a:xfrm>
                <a:off x="1153040" y="1053720"/>
                <a:ext cx="620640" cy="5608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87" name="Ink 86">
                <a:extLst>
                  <a:ext uri="{FF2B5EF4-FFF2-40B4-BE49-F238E27FC236}">
                    <a16:creationId xmlns:a16="http://schemas.microsoft.com/office/drawing/2014/main" id="{06676D67-159F-8F5C-B4A6-7D947D0AA9D9}"/>
                  </a:ext>
                </a:extLst>
              </p14:cNvPr>
              <p14:cNvContentPartPr/>
              <p14:nvPr/>
            </p14:nvContentPartPr>
            <p14:xfrm>
              <a:off x="1310000" y="1280160"/>
              <a:ext cx="521280" cy="105480"/>
            </p14:xfrm>
          </p:contentPart>
        </mc:Choice>
        <mc:Fallback>
          <p:pic>
            <p:nvPicPr>
              <p:cNvPr id="87" name="Ink 86">
                <a:extLst>
                  <a:ext uri="{FF2B5EF4-FFF2-40B4-BE49-F238E27FC236}">
                    <a16:creationId xmlns:a16="http://schemas.microsoft.com/office/drawing/2014/main" id="{06676D67-159F-8F5C-B4A6-7D947D0AA9D9}"/>
                  </a:ext>
                </a:extLst>
              </p:cNvPr>
              <p:cNvPicPr/>
              <p:nvPr/>
            </p:nvPicPr>
            <p:blipFill>
              <a:blip r:embed="rId53"/>
              <a:stretch>
                <a:fillRect/>
              </a:stretch>
            </p:blipFill>
            <p:spPr>
              <a:xfrm>
                <a:off x="1220360" y="1100160"/>
                <a:ext cx="700920" cy="465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86" name="Ink 85">
                <a:extLst>
                  <a:ext uri="{FF2B5EF4-FFF2-40B4-BE49-F238E27FC236}">
                    <a16:creationId xmlns:a16="http://schemas.microsoft.com/office/drawing/2014/main" id="{BC8C54E9-887C-5CFB-3C4D-89D85DD84822}"/>
                  </a:ext>
                </a:extLst>
              </p14:cNvPr>
              <p14:cNvContentPartPr/>
              <p14:nvPr/>
            </p14:nvContentPartPr>
            <p14:xfrm>
              <a:off x="1473080" y="1279440"/>
              <a:ext cx="102240" cy="11160"/>
            </p14:xfrm>
          </p:contentPart>
        </mc:Choice>
        <mc:Fallback>
          <p:pic>
            <p:nvPicPr>
              <p:cNvPr id="86" name="Ink 85">
                <a:extLst>
                  <a:ext uri="{FF2B5EF4-FFF2-40B4-BE49-F238E27FC236}">
                    <a16:creationId xmlns:a16="http://schemas.microsoft.com/office/drawing/2014/main" id="{BC8C54E9-887C-5CFB-3C4D-89D85DD84822}"/>
                  </a:ext>
                </a:extLst>
              </p:cNvPr>
              <p:cNvPicPr/>
              <p:nvPr/>
            </p:nvPicPr>
            <p:blipFill>
              <a:blip r:embed="rId55"/>
              <a:stretch>
                <a:fillRect/>
              </a:stretch>
            </p:blipFill>
            <p:spPr>
              <a:xfrm>
                <a:off x="1383080" y="1099440"/>
                <a:ext cx="28188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85" name="Ink 84">
                <a:extLst>
                  <a:ext uri="{FF2B5EF4-FFF2-40B4-BE49-F238E27FC236}">
                    <a16:creationId xmlns:a16="http://schemas.microsoft.com/office/drawing/2014/main" id="{859F001D-6253-731A-DA34-96F46ECC57ED}"/>
                  </a:ext>
                </a:extLst>
              </p14:cNvPr>
              <p14:cNvContentPartPr/>
              <p14:nvPr/>
            </p14:nvContentPartPr>
            <p14:xfrm>
              <a:off x="1168160" y="1269360"/>
              <a:ext cx="761760" cy="195120"/>
            </p14:xfrm>
          </p:contentPart>
        </mc:Choice>
        <mc:Fallback>
          <p:pic>
            <p:nvPicPr>
              <p:cNvPr id="85" name="Ink 84">
                <a:extLst>
                  <a:ext uri="{FF2B5EF4-FFF2-40B4-BE49-F238E27FC236}">
                    <a16:creationId xmlns:a16="http://schemas.microsoft.com/office/drawing/2014/main" id="{859F001D-6253-731A-DA34-96F46ECC57ED}"/>
                  </a:ext>
                </a:extLst>
              </p:cNvPr>
              <p:cNvPicPr/>
              <p:nvPr/>
            </p:nvPicPr>
            <p:blipFill>
              <a:blip r:embed="rId57"/>
              <a:stretch>
                <a:fillRect/>
              </a:stretch>
            </p:blipFill>
            <p:spPr>
              <a:xfrm>
                <a:off x="1105520" y="1206720"/>
                <a:ext cx="887400" cy="320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09" name="Ink 108">
                <a:extLst>
                  <a:ext uri="{FF2B5EF4-FFF2-40B4-BE49-F238E27FC236}">
                    <a16:creationId xmlns:a16="http://schemas.microsoft.com/office/drawing/2014/main" id="{C9F8D4F6-061D-6D15-9E0F-64C152E68159}"/>
                  </a:ext>
                </a:extLst>
              </p14:cNvPr>
              <p14:cNvContentPartPr/>
              <p14:nvPr/>
            </p14:nvContentPartPr>
            <p14:xfrm>
              <a:off x="1310000" y="1228680"/>
              <a:ext cx="753840" cy="225360"/>
            </p14:xfrm>
          </p:contentPart>
        </mc:Choice>
        <mc:Fallback>
          <p:pic>
            <p:nvPicPr>
              <p:cNvPr id="109" name="Ink 108">
                <a:extLst>
                  <a:ext uri="{FF2B5EF4-FFF2-40B4-BE49-F238E27FC236}">
                    <a16:creationId xmlns:a16="http://schemas.microsoft.com/office/drawing/2014/main" id="{C9F8D4F6-061D-6D15-9E0F-64C152E68159}"/>
                  </a:ext>
                </a:extLst>
              </p:cNvPr>
              <p:cNvPicPr/>
              <p:nvPr/>
            </p:nvPicPr>
            <p:blipFill>
              <a:blip r:embed="rId59"/>
              <a:stretch>
                <a:fillRect/>
              </a:stretch>
            </p:blipFill>
            <p:spPr>
              <a:xfrm>
                <a:off x="1220360" y="1049040"/>
                <a:ext cx="933480" cy="585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3" name="Ink 82">
                <a:extLst>
                  <a:ext uri="{FF2B5EF4-FFF2-40B4-BE49-F238E27FC236}">
                    <a16:creationId xmlns:a16="http://schemas.microsoft.com/office/drawing/2014/main" id="{70058499-022F-7763-5A91-8E486AFAF716}"/>
                  </a:ext>
                </a:extLst>
              </p14:cNvPr>
              <p14:cNvContentPartPr/>
              <p14:nvPr/>
            </p14:nvContentPartPr>
            <p14:xfrm>
              <a:off x="1310000" y="1280160"/>
              <a:ext cx="4320" cy="16560"/>
            </p14:xfrm>
          </p:contentPart>
        </mc:Choice>
        <mc:Fallback>
          <p:pic>
            <p:nvPicPr>
              <p:cNvPr id="83" name="Ink 82">
                <a:extLst>
                  <a:ext uri="{FF2B5EF4-FFF2-40B4-BE49-F238E27FC236}">
                    <a16:creationId xmlns:a16="http://schemas.microsoft.com/office/drawing/2014/main" id="{70058499-022F-7763-5A91-8E486AFAF716}"/>
                  </a:ext>
                </a:extLst>
              </p:cNvPr>
              <p:cNvPicPr/>
              <p:nvPr/>
            </p:nvPicPr>
            <p:blipFill>
              <a:blip r:embed="rId61"/>
              <a:stretch>
                <a:fillRect/>
              </a:stretch>
            </p:blipFill>
            <p:spPr>
              <a:xfrm>
                <a:off x="1220360" y="1100160"/>
                <a:ext cx="18396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82" name="Ink 81">
                <a:extLst>
                  <a:ext uri="{FF2B5EF4-FFF2-40B4-BE49-F238E27FC236}">
                    <a16:creationId xmlns:a16="http://schemas.microsoft.com/office/drawing/2014/main" id="{B4E06DB2-C661-62B5-84EA-71A265B110B8}"/>
                  </a:ext>
                </a:extLst>
              </p14:cNvPr>
              <p14:cNvContentPartPr/>
              <p14:nvPr/>
            </p14:nvContentPartPr>
            <p14:xfrm>
              <a:off x="1472720" y="1259280"/>
              <a:ext cx="579600" cy="6480"/>
            </p14:xfrm>
          </p:contentPart>
        </mc:Choice>
        <mc:Fallback>
          <p:pic>
            <p:nvPicPr>
              <p:cNvPr id="82" name="Ink 81">
                <a:extLst>
                  <a:ext uri="{FF2B5EF4-FFF2-40B4-BE49-F238E27FC236}">
                    <a16:creationId xmlns:a16="http://schemas.microsoft.com/office/drawing/2014/main" id="{B4E06DB2-C661-62B5-84EA-71A265B110B8}"/>
                  </a:ext>
                </a:extLst>
              </p:cNvPr>
              <p:cNvPicPr/>
              <p:nvPr/>
            </p:nvPicPr>
            <p:blipFill>
              <a:blip r:embed="rId63"/>
              <a:stretch>
                <a:fillRect/>
              </a:stretch>
            </p:blipFill>
            <p:spPr>
              <a:xfrm>
                <a:off x="1383080" y="1079280"/>
                <a:ext cx="75924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1" name="Ink 80">
                <a:extLst>
                  <a:ext uri="{FF2B5EF4-FFF2-40B4-BE49-F238E27FC236}">
                    <a16:creationId xmlns:a16="http://schemas.microsoft.com/office/drawing/2014/main" id="{D486E009-01F3-49F6-72F2-1122C18F45E5}"/>
                  </a:ext>
                </a:extLst>
              </p14:cNvPr>
              <p14:cNvContentPartPr/>
              <p14:nvPr/>
            </p14:nvContentPartPr>
            <p14:xfrm>
              <a:off x="1208480" y="1348200"/>
              <a:ext cx="261720" cy="34920"/>
            </p14:xfrm>
          </p:contentPart>
        </mc:Choice>
        <mc:Fallback>
          <p:pic>
            <p:nvPicPr>
              <p:cNvPr id="81" name="Ink 80">
                <a:extLst>
                  <a:ext uri="{FF2B5EF4-FFF2-40B4-BE49-F238E27FC236}">
                    <a16:creationId xmlns:a16="http://schemas.microsoft.com/office/drawing/2014/main" id="{D486E009-01F3-49F6-72F2-1122C18F45E5}"/>
                  </a:ext>
                </a:extLst>
              </p:cNvPr>
              <p:cNvPicPr/>
              <p:nvPr/>
            </p:nvPicPr>
            <p:blipFill>
              <a:blip r:embed="rId65"/>
              <a:stretch>
                <a:fillRect/>
              </a:stretch>
            </p:blipFill>
            <p:spPr>
              <a:xfrm>
                <a:off x="1118840" y="1168560"/>
                <a:ext cx="441360" cy="3945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80" name="Ink 79">
                <a:extLst>
                  <a:ext uri="{FF2B5EF4-FFF2-40B4-BE49-F238E27FC236}">
                    <a16:creationId xmlns:a16="http://schemas.microsoft.com/office/drawing/2014/main" id="{81C71D7C-1955-C369-903A-13AA7F288960}"/>
                  </a:ext>
                </a:extLst>
              </p14:cNvPr>
              <p14:cNvContentPartPr/>
              <p14:nvPr/>
            </p14:nvContentPartPr>
            <p14:xfrm>
              <a:off x="11725520" y="2844000"/>
              <a:ext cx="192240" cy="11520"/>
            </p14:xfrm>
          </p:contentPart>
        </mc:Choice>
        <mc:Fallback>
          <p:pic>
            <p:nvPicPr>
              <p:cNvPr id="80" name="Ink 79">
                <a:extLst>
                  <a:ext uri="{FF2B5EF4-FFF2-40B4-BE49-F238E27FC236}">
                    <a16:creationId xmlns:a16="http://schemas.microsoft.com/office/drawing/2014/main" id="{81C71D7C-1955-C369-903A-13AA7F288960}"/>
                  </a:ext>
                </a:extLst>
              </p:cNvPr>
              <p:cNvPicPr/>
              <p:nvPr/>
            </p:nvPicPr>
            <p:blipFill>
              <a:blip r:embed="rId67"/>
              <a:stretch>
                <a:fillRect/>
              </a:stretch>
            </p:blipFill>
            <p:spPr>
              <a:xfrm>
                <a:off x="11635880" y="2664360"/>
                <a:ext cx="371880" cy="3711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9" name="Ink 78">
                <a:extLst>
                  <a:ext uri="{FF2B5EF4-FFF2-40B4-BE49-F238E27FC236}">
                    <a16:creationId xmlns:a16="http://schemas.microsoft.com/office/drawing/2014/main" id="{6C710C08-3422-BC6E-11BA-29EC6C978D5E}"/>
                  </a:ext>
                </a:extLst>
              </p14:cNvPr>
              <p14:cNvContentPartPr/>
              <p14:nvPr/>
            </p14:nvContentPartPr>
            <p14:xfrm>
              <a:off x="11724440" y="2855160"/>
              <a:ext cx="193320" cy="360"/>
            </p14:xfrm>
          </p:contentPart>
        </mc:Choice>
        <mc:Fallback>
          <p:pic>
            <p:nvPicPr>
              <p:cNvPr id="79" name="Ink 78">
                <a:extLst>
                  <a:ext uri="{FF2B5EF4-FFF2-40B4-BE49-F238E27FC236}">
                    <a16:creationId xmlns:a16="http://schemas.microsoft.com/office/drawing/2014/main" id="{6C710C08-3422-BC6E-11BA-29EC6C978D5E}"/>
                  </a:ext>
                </a:extLst>
              </p:cNvPr>
              <p:cNvPicPr/>
              <p:nvPr/>
            </p:nvPicPr>
            <p:blipFill>
              <a:blip r:embed="rId69"/>
              <a:stretch>
                <a:fillRect/>
              </a:stretch>
            </p:blipFill>
            <p:spPr>
              <a:xfrm>
                <a:off x="11634800" y="2675160"/>
                <a:ext cx="37296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1" name="Ink 50">
                <a:extLst>
                  <a:ext uri="{FF2B5EF4-FFF2-40B4-BE49-F238E27FC236}">
                    <a16:creationId xmlns:a16="http://schemas.microsoft.com/office/drawing/2014/main" id="{ACADCB34-AFA8-3A42-A832-6DD1D8809DB1}"/>
                  </a:ext>
                </a:extLst>
              </p14:cNvPr>
              <p14:cNvContentPartPr/>
              <p14:nvPr/>
            </p14:nvContentPartPr>
            <p14:xfrm>
              <a:off x="11713640" y="2783520"/>
              <a:ext cx="30960" cy="210960"/>
            </p14:xfrm>
          </p:contentPart>
        </mc:Choice>
        <mc:Fallback>
          <p:pic>
            <p:nvPicPr>
              <p:cNvPr id="51" name="Ink 50">
                <a:extLst>
                  <a:ext uri="{FF2B5EF4-FFF2-40B4-BE49-F238E27FC236}">
                    <a16:creationId xmlns:a16="http://schemas.microsoft.com/office/drawing/2014/main" id="{ACADCB34-AFA8-3A42-A832-6DD1D8809DB1}"/>
                  </a:ext>
                </a:extLst>
              </p:cNvPr>
              <p:cNvPicPr/>
              <p:nvPr/>
            </p:nvPicPr>
            <p:blipFill>
              <a:blip r:embed="rId71"/>
              <a:stretch>
                <a:fillRect/>
              </a:stretch>
            </p:blipFill>
            <p:spPr>
              <a:xfrm>
                <a:off x="11651000" y="2720520"/>
                <a:ext cx="15660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8" name="Ink 77">
                <a:extLst>
                  <a:ext uri="{FF2B5EF4-FFF2-40B4-BE49-F238E27FC236}">
                    <a16:creationId xmlns:a16="http://schemas.microsoft.com/office/drawing/2014/main" id="{248D644B-5754-24D1-9E70-9457E8B0183E}"/>
                  </a:ext>
                </a:extLst>
              </p14:cNvPr>
              <p14:cNvContentPartPr/>
              <p14:nvPr/>
            </p14:nvContentPartPr>
            <p14:xfrm>
              <a:off x="11622920" y="537480"/>
              <a:ext cx="20880" cy="720"/>
            </p14:xfrm>
          </p:contentPart>
        </mc:Choice>
        <mc:Fallback>
          <p:pic>
            <p:nvPicPr>
              <p:cNvPr id="78" name="Ink 77">
                <a:extLst>
                  <a:ext uri="{FF2B5EF4-FFF2-40B4-BE49-F238E27FC236}">
                    <a16:creationId xmlns:a16="http://schemas.microsoft.com/office/drawing/2014/main" id="{248D644B-5754-24D1-9E70-9457E8B0183E}"/>
                  </a:ext>
                </a:extLst>
              </p:cNvPr>
              <p:cNvPicPr/>
              <p:nvPr/>
            </p:nvPicPr>
            <p:blipFill>
              <a:blip r:embed="rId73"/>
              <a:stretch>
                <a:fillRect/>
              </a:stretch>
            </p:blipFill>
            <p:spPr>
              <a:xfrm>
                <a:off x="11532920" y="357840"/>
                <a:ext cx="200520" cy="3603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7" name="Ink 76">
                <a:extLst>
                  <a:ext uri="{FF2B5EF4-FFF2-40B4-BE49-F238E27FC236}">
                    <a16:creationId xmlns:a16="http://schemas.microsoft.com/office/drawing/2014/main" id="{B8C51A48-0A2A-73C5-56E8-7597DAB2465A}"/>
                  </a:ext>
                </a:extLst>
              </p14:cNvPr>
              <p14:cNvContentPartPr/>
              <p14:nvPr/>
            </p14:nvContentPartPr>
            <p14:xfrm>
              <a:off x="11622560" y="520200"/>
              <a:ext cx="20880" cy="7920"/>
            </p14:xfrm>
          </p:contentPart>
        </mc:Choice>
        <mc:Fallback>
          <p:pic>
            <p:nvPicPr>
              <p:cNvPr id="77" name="Ink 76">
                <a:extLst>
                  <a:ext uri="{FF2B5EF4-FFF2-40B4-BE49-F238E27FC236}">
                    <a16:creationId xmlns:a16="http://schemas.microsoft.com/office/drawing/2014/main" id="{B8C51A48-0A2A-73C5-56E8-7597DAB2465A}"/>
                  </a:ext>
                </a:extLst>
              </p:cNvPr>
              <p:cNvPicPr/>
              <p:nvPr/>
            </p:nvPicPr>
            <p:blipFill>
              <a:blip r:embed="rId75"/>
              <a:stretch>
                <a:fillRect/>
              </a:stretch>
            </p:blipFill>
            <p:spPr>
              <a:xfrm>
                <a:off x="11532920" y="340560"/>
                <a:ext cx="200520" cy="3675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6" name="Ink 75">
                <a:extLst>
                  <a:ext uri="{FF2B5EF4-FFF2-40B4-BE49-F238E27FC236}">
                    <a16:creationId xmlns:a16="http://schemas.microsoft.com/office/drawing/2014/main" id="{7B29F290-EE09-98A7-2977-0D9ACBDF3675}"/>
                  </a:ext>
                </a:extLst>
              </p14:cNvPr>
              <p14:cNvContentPartPr/>
              <p14:nvPr/>
            </p14:nvContentPartPr>
            <p14:xfrm>
              <a:off x="11648480" y="490320"/>
              <a:ext cx="127080" cy="28440"/>
            </p14:xfrm>
          </p:contentPart>
        </mc:Choice>
        <mc:Fallback>
          <p:pic>
            <p:nvPicPr>
              <p:cNvPr id="76" name="Ink 75">
                <a:extLst>
                  <a:ext uri="{FF2B5EF4-FFF2-40B4-BE49-F238E27FC236}">
                    <a16:creationId xmlns:a16="http://schemas.microsoft.com/office/drawing/2014/main" id="{7B29F290-EE09-98A7-2977-0D9ACBDF3675}"/>
                  </a:ext>
                </a:extLst>
              </p:cNvPr>
              <p:cNvPicPr/>
              <p:nvPr/>
            </p:nvPicPr>
            <p:blipFill>
              <a:blip r:embed="rId77"/>
              <a:stretch>
                <a:fillRect/>
              </a:stretch>
            </p:blipFill>
            <p:spPr>
              <a:xfrm>
                <a:off x="11558840" y="310320"/>
                <a:ext cx="306720" cy="388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26" name="Ink 125">
                <a:extLst>
                  <a:ext uri="{FF2B5EF4-FFF2-40B4-BE49-F238E27FC236}">
                    <a16:creationId xmlns:a16="http://schemas.microsoft.com/office/drawing/2014/main" id="{AD2C1C22-A8F2-5BC8-02CD-1C92B43E03C4}"/>
                  </a:ext>
                </a:extLst>
              </p14:cNvPr>
              <p14:cNvContentPartPr/>
              <p14:nvPr/>
            </p14:nvContentPartPr>
            <p14:xfrm>
              <a:off x="10538240" y="1218960"/>
              <a:ext cx="1241640" cy="1819440"/>
            </p14:xfrm>
          </p:contentPart>
        </mc:Choice>
        <mc:Fallback>
          <p:pic>
            <p:nvPicPr>
              <p:cNvPr id="126" name="Ink 125">
                <a:extLst>
                  <a:ext uri="{FF2B5EF4-FFF2-40B4-BE49-F238E27FC236}">
                    <a16:creationId xmlns:a16="http://schemas.microsoft.com/office/drawing/2014/main" id="{AD2C1C22-A8F2-5BC8-02CD-1C92B43E03C4}"/>
                  </a:ext>
                </a:extLst>
              </p:cNvPr>
              <p:cNvPicPr/>
              <p:nvPr/>
            </p:nvPicPr>
            <p:blipFill>
              <a:blip r:embed="rId79"/>
              <a:stretch>
                <a:fillRect/>
              </a:stretch>
            </p:blipFill>
            <p:spPr>
              <a:xfrm>
                <a:off x="10448240" y="1038960"/>
                <a:ext cx="1421280" cy="2179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25" name="Ink 124">
                <a:extLst>
                  <a:ext uri="{FF2B5EF4-FFF2-40B4-BE49-F238E27FC236}">
                    <a16:creationId xmlns:a16="http://schemas.microsoft.com/office/drawing/2014/main" id="{A2F72FDA-DAAE-5AA7-2389-6EB947D0B46D}"/>
                  </a:ext>
                </a:extLst>
              </p14:cNvPr>
              <p14:cNvContentPartPr/>
              <p14:nvPr/>
            </p14:nvContentPartPr>
            <p14:xfrm>
              <a:off x="10617080" y="2301120"/>
              <a:ext cx="1372320" cy="745920"/>
            </p14:xfrm>
          </p:contentPart>
        </mc:Choice>
        <mc:Fallback>
          <p:pic>
            <p:nvPicPr>
              <p:cNvPr id="125" name="Ink 124">
                <a:extLst>
                  <a:ext uri="{FF2B5EF4-FFF2-40B4-BE49-F238E27FC236}">
                    <a16:creationId xmlns:a16="http://schemas.microsoft.com/office/drawing/2014/main" id="{A2F72FDA-DAAE-5AA7-2389-6EB947D0B46D}"/>
                  </a:ext>
                </a:extLst>
              </p:cNvPr>
              <p:cNvPicPr/>
              <p:nvPr/>
            </p:nvPicPr>
            <p:blipFill>
              <a:blip r:embed="rId81"/>
              <a:stretch>
                <a:fillRect/>
              </a:stretch>
            </p:blipFill>
            <p:spPr>
              <a:xfrm>
                <a:off x="10527080" y="2121120"/>
                <a:ext cx="1551960" cy="11055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4" name="Ink 73">
                <a:extLst>
                  <a:ext uri="{FF2B5EF4-FFF2-40B4-BE49-F238E27FC236}">
                    <a16:creationId xmlns:a16="http://schemas.microsoft.com/office/drawing/2014/main" id="{2010FF10-65AF-CE05-4670-854EA4FEB4E3}"/>
                  </a:ext>
                </a:extLst>
              </p14:cNvPr>
              <p14:cNvContentPartPr/>
              <p14:nvPr/>
            </p14:nvContentPartPr>
            <p14:xfrm>
              <a:off x="10366160" y="2111040"/>
              <a:ext cx="1622880" cy="646560"/>
            </p14:xfrm>
          </p:contentPart>
        </mc:Choice>
        <mc:Fallback>
          <p:pic>
            <p:nvPicPr>
              <p:cNvPr id="74" name="Ink 73">
                <a:extLst>
                  <a:ext uri="{FF2B5EF4-FFF2-40B4-BE49-F238E27FC236}">
                    <a16:creationId xmlns:a16="http://schemas.microsoft.com/office/drawing/2014/main" id="{2010FF10-65AF-CE05-4670-854EA4FEB4E3}"/>
                  </a:ext>
                </a:extLst>
              </p:cNvPr>
              <p:cNvPicPr/>
              <p:nvPr/>
            </p:nvPicPr>
            <p:blipFill>
              <a:blip r:embed="rId83"/>
              <a:stretch>
                <a:fillRect/>
              </a:stretch>
            </p:blipFill>
            <p:spPr>
              <a:xfrm>
                <a:off x="10276520" y="1931400"/>
                <a:ext cx="1802520" cy="1006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3" name="Ink 72">
                <a:extLst>
                  <a:ext uri="{FF2B5EF4-FFF2-40B4-BE49-F238E27FC236}">
                    <a16:creationId xmlns:a16="http://schemas.microsoft.com/office/drawing/2014/main" id="{D72CE5CF-597B-162F-60B8-F5604EED3753}"/>
                  </a:ext>
                </a:extLst>
              </p14:cNvPr>
              <p14:cNvContentPartPr/>
              <p14:nvPr/>
            </p14:nvContentPartPr>
            <p14:xfrm>
              <a:off x="10802120" y="2682720"/>
              <a:ext cx="1116000" cy="254880"/>
            </p14:xfrm>
          </p:contentPart>
        </mc:Choice>
        <mc:Fallback>
          <p:pic>
            <p:nvPicPr>
              <p:cNvPr id="73" name="Ink 72">
                <a:extLst>
                  <a:ext uri="{FF2B5EF4-FFF2-40B4-BE49-F238E27FC236}">
                    <a16:creationId xmlns:a16="http://schemas.microsoft.com/office/drawing/2014/main" id="{D72CE5CF-597B-162F-60B8-F5604EED3753}"/>
                  </a:ext>
                </a:extLst>
              </p:cNvPr>
              <p:cNvPicPr/>
              <p:nvPr/>
            </p:nvPicPr>
            <p:blipFill>
              <a:blip r:embed="rId85"/>
              <a:stretch>
                <a:fillRect/>
              </a:stretch>
            </p:blipFill>
            <p:spPr>
              <a:xfrm>
                <a:off x="10712480" y="2502720"/>
                <a:ext cx="1295640" cy="6145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2" name="Ink 71">
                <a:extLst>
                  <a:ext uri="{FF2B5EF4-FFF2-40B4-BE49-F238E27FC236}">
                    <a16:creationId xmlns:a16="http://schemas.microsoft.com/office/drawing/2014/main" id="{B50E9230-97D7-0345-9C25-33DAF710B864}"/>
                  </a:ext>
                </a:extLst>
              </p14:cNvPr>
              <p14:cNvContentPartPr/>
              <p14:nvPr/>
            </p14:nvContentPartPr>
            <p14:xfrm>
              <a:off x="11337440" y="1258560"/>
              <a:ext cx="671760" cy="63000"/>
            </p14:xfrm>
          </p:contentPart>
        </mc:Choice>
        <mc:Fallback>
          <p:pic>
            <p:nvPicPr>
              <p:cNvPr id="72" name="Ink 71">
                <a:extLst>
                  <a:ext uri="{FF2B5EF4-FFF2-40B4-BE49-F238E27FC236}">
                    <a16:creationId xmlns:a16="http://schemas.microsoft.com/office/drawing/2014/main" id="{B50E9230-97D7-0345-9C25-33DAF710B864}"/>
                  </a:ext>
                </a:extLst>
              </p:cNvPr>
              <p:cNvPicPr/>
              <p:nvPr/>
            </p:nvPicPr>
            <p:blipFill>
              <a:blip r:embed="rId87"/>
              <a:stretch>
                <a:fillRect/>
              </a:stretch>
            </p:blipFill>
            <p:spPr>
              <a:xfrm>
                <a:off x="11247800" y="1078560"/>
                <a:ext cx="851400" cy="4226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1" name="Ink 70">
                <a:extLst>
                  <a:ext uri="{FF2B5EF4-FFF2-40B4-BE49-F238E27FC236}">
                    <a16:creationId xmlns:a16="http://schemas.microsoft.com/office/drawing/2014/main" id="{4C3E6416-B342-3E8D-A753-82AFDF5DF3DE}"/>
                  </a:ext>
                </a:extLst>
              </p14:cNvPr>
              <p14:cNvContentPartPr/>
              <p14:nvPr/>
            </p14:nvContentPartPr>
            <p14:xfrm>
              <a:off x="10636520" y="1320480"/>
              <a:ext cx="1372680" cy="1497600"/>
            </p14:xfrm>
          </p:contentPart>
        </mc:Choice>
        <mc:Fallback>
          <p:pic>
            <p:nvPicPr>
              <p:cNvPr id="71" name="Ink 70">
                <a:extLst>
                  <a:ext uri="{FF2B5EF4-FFF2-40B4-BE49-F238E27FC236}">
                    <a16:creationId xmlns:a16="http://schemas.microsoft.com/office/drawing/2014/main" id="{4C3E6416-B342-3E8D-A753-82AFDF5DF3DE}"/>
                  </a:ext>
                </a:extLst>
              </p:cNvPr>
              <p:cNvPicPr/>
              <p:nvPr/>
            </p:nvPicPr>
            <p:blipFill>
              <a:blip r:embed="rId89"/>
              <a:stretch>
                <a:fillRect/>
              </a:stretch>
            </p:blipFill>
            <p:spPr>
              <a:xfrm>
                <a:off x="10546880" y="1140480"/>
                <a:ext cx="1552320" cy="1857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0" name="Ink 69">
                <a:extLst>
                  <a:ext uri="{FF2B5EF4-FFF2-40B4-BE49-F238E27FC236}">
                    <a16:creationId xmlns:a16="http://schemas.microsoft.com/office/drawing/2014/main" id="{E33A4404-4A8B-29EE-E190-E6C603ACE5C0}"/>
                  </a:ext>
                </a:extLst>
              </p14:cNvPr>
              <p14:cNvContentPartPr/>
              <p14:nvPr/>
            </p14:nvContentPartPr>
            <p14:xfrm>
              <a:off x="11906600" y="2000880"/>
              <a:ext cx="82440" cy="687600"/>
            </p14:xfrm>
          </p:contentPart>
        </mc:Choice>
        <mc:Fallback>
          <p:pic>
            <p:nvPicPr>
              <p:cNvPr id="70" name="Ink 69">
                <a:extLst>
                  <a:ext uri="{FF2B5EF4-FFF2-40B4-BE49-F238E27FC236}">
                    <a16:creationId xmlns:a16="http://schemas.microsoft.com/office/drawing/2014/main" id="{E33A4404-4A8B-29EE-E190-E6C603ACE5C0}"/>
                  </a:ext>
                </a:extLst>
              </p:cNvPr>
              <p:cNvPicPr/>
              <p:nvPr/>
            </p:nvPicPr>
            <p:blipFill>
              <a:blip r:embed="rId91"/>
              <a:stretch>
                <a:fillRect/>
              </a:stretch>
            </p:blipFill>
            <p:spPr>
              <a:xfrm>
                <a:off x="11816600" y="1821240"/>
                <a:ext cx="262080" cy="10472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9" name="Ink 68">
                <a:extLst>
                  <a:ext uri="{FF2B5EF4-FFF2-40B4-BE49-F238E27FC236}">
                    <a16:creationId xmlns:a16="http://schemas.microsoft.com/office/drawing/2014/main" id="{E9428852-C293-BFB7-38F2-8774C9560E10}"/>
                  </a:ext>
                </a:extLst>
              </p14:cNvPr>
              <p14:cNvContentPartPr/>
              <p14:nvPr/>
            </p14:nvContentPartPr>
            <p14:xfrm>
              <a:off x="11948000" y="1970640"/>
              <a:ext cx="41040" cy="217080"/>
            </p14:xfrm>
          </p:contentPart>
        </mc:Choice>
        <mc:Fallback>
          <p:pic>
            <p:nvPicPr>
              <p:cNvPr id="69" name="Ink 68">
                <a:extLst>
                  <a:ext uri="{FF2B5EF4-FFF2-40B4-BE49-F238E27FC236}">
                    <a16:creationId xmlns:a16="http://schemas.microsoft.com/office/drawing/2014/main" id="{E9428852-C293-BFB7-38F2-8774C9560E10}"/>
                  </a:ext>
                </a:extLst>
              </p:cNvPr>
              <p:cNvPicPr/>
              <p:nvPr/>
            </p:nvPicPr>
            <p:blipFill>
              <a:blip r:embed="rId93"/>
              <a:stretch>
                <a:fillRect/>
              </a:stretch>
            </p:blipFill>
            <p:spPr>
              <a:xfrm>
                <a:off x="11858360" y="1791000"/>
                <a:ext cx="220680" cy="576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24" name="Ink 123">
                <a:extLst>
                  <a:ext uri="{FF2B5EF4-FFF2-40B4-BE49-F238E27FC236}">
                    <a16:creationId xmlns:a16="http://schemas.microsoft.com/office/drawing/2014/main" id="{DA8907A8-7474-F641-37DB-3C9349D7BADD}"/>
                  </a:ext>
                </a:extLst>
              </p14:cNvPr>
              <p14:cNvContentPartPr/>
              <p14:nvPr/>
            </p14:nvContentPartPr>
            <p14:xfrm>
              <a:off x="10964840" y="2965680"/>
              <a:ext cx="952920" cy="184320"/>
            </p14:xfrm>
          </p:contentPart>
        </mc:Choice>
        <mc:Fallback>
          <p:pic>
            <p:nvPicPr>
              <p:cNvPr id="124" name="Ink 123">
                <a:extLst>
                  <a:ext uri="{FF2B5EF4-FFF2-40B4-BE49-F238E27FC236}">
                    <a16:creationId xmlns:a16="http://schemas.microsoft.com/office/drawing/2014/main" id="{DA8907A8-7474-F641-37DB-3C9349D7BADD}"/>
                  </a:ext>
                </a:extLst>
              </p:cNvPr>
              <p:cNvPicPr/>
              <p:nvPr/>
            </p:nvPicPr>
            <p:blipFill>
              <a:blip r:embed="rId95"/>
              <a:stretch>
                <a:fillRect/>
              </a:stretch>
            </p:blipFill>
            <p:spPr>
              <a:xfrm>
                <a:off x="10875200" y="2785680"/>
                <a:ext cx="1132560" cy="5439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23" name="Ink 122">
                <a:extLst>
                  <a:ext uri="{FF2B5EF4-FFF2-40B4-BE49-F238E27FC236}">
                    <a16:creationId xmlns:a16="http://schemas.microsoft.com/office/drawing/2014/main" id="{D886D04A-CB63-07BC-D9B9-FD3DF1E49964}"/>
                  </a:ext>
                </a:extLst>
              </p14:cNvPr>
              <p14:cNvContentPartPr/>
              <p14:nvPr/>
            </p14:nvContentPartPr>
            <p14:xfrm>
              <a:off x="10401440" y="1352880"/>
              <a:ext cx="1587960" cy="1685520"/>
            </p14:xfrm>
          </p:contentPart>
        </mc:Choice>
        <mc:Fallback>
          <p:pic>
            <p:nvPicPr>
              <p:cNvPr id="123" name="Ink 122">
                <a:extLst>
                  <a:ext uri="{FF2B5EF4-FFF2-40B4-BE49-F238E27FC236}">
                    <a16:creationId xmlns:a16="http://schemas.microsoft.com/office/drawing/2014/main" id="{D886D04A-CB63-07BC-D9B9-FD3DF1E49964}"/>
                  </a:ext>
                </a:extLst>
              </p:cNvPr>
              <p:cNvPicPr/>
              <p:nvPr/>
            </p:nvPicPr>
            <p:blipFill>
              <a:blip r:embed="rId97"/>
              <a:stretch>
                <a:fillRect/>
              </a:stretch>
            </p:blipFill>
            <p:spPr>
              <a:xfrm>
                <a:off x="10311440" y="1172880"/>
                <a:ext cx="1767600" cy="20451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6" name="Ink 65">
                <a:extLst>
                  <a:ext uri="{FF2B5EF4-FFF2-40B4-BE49-F238E27FC236}">
                    <a16:creationId xmlns:a16="http://schemas.microsoft.com/office/drawing/2014/main" id="{5F103A96-CFDB-E7C2-98B7-16A2EAB6FE4E}"/>
                  </a:ext>
                </a:extLst>
              </p14:cNvPr>
              <p14:cNvContentPartPr/>
              <p14:nvPr/>
            </p14:nvContentPartPr>
            <p14:xfrm>
              <a:off x="10466960" y="1401120"/>
              <a:ext cx="1532160" cy="608760"/>
            </p14:xfrm>
          </p:contentPart>
        </mc:Choice>
        <mc:Fallback>
          <p:pic>
            <p:nvPicPr>
              <p:cNvPr id="66" name="Ink 65">
                <a:extLst>
                  <a:ext uri="{FF2B5EF4-FFF2-40B4-BE49-F238E27FC236}">
                    <a16:creationId xmlns:a16="http://schemas.microsoft.com/office/drawing/2014/main" id="{5F103A96-CFDB-E7C2-98B7-16A2EAB6FE4E}"/>
                  </a:ext>
                </a:extLst>
              </p:cNvPr>
              <p:cNvPicPr/>
              <p:nvPr/>
            </p:nvPicPr>
            <p:blipFill>
              <a:blip r:embed="rId99"/>
              <a:stretch>
                <a:fillRect/>
              </a:stretch>
            </p:blipFill>
            <p:spPr>
              <a:xfrm>
                <a:off x="10377320" y="1221480"/>
                <a:ext cx="1711800" cy="9684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5" name="Ink 64">
                <a:extLst>
                  <a:ext uri="{FF2B5EF4-FFF2-40B4-BE49-F238E27FC236}">
                    <a16:creationId xmlns:a16="http://schemas.microsoft.com/office/drawing/2014/main" id="{7484D5E8-C73E-A01C-8554-D0C8E0FFB831}"/>
                  </a:ext>
                </a:extLst>
              </p14:cNvPr>
              <p14:cNvContentPartPr/>
              <p14:nvPr/>
            </p14:nvContentPartPr>
            <p14:xfrm>
              <a:off x="10586480" y="1444680"/>
              <a:ext cx="1413000" cy="37440"/>
            </p14:xfrm>
          </p:contentPart>
        </mc:Choice>
        <mc:Fallback>
          <p:pic>
            <p:nvPicPr>
              <p:cNvPr id="65" name="Ink 64">
                <a:extLst>
                  <a:ext uri="{FF2B5EF4-FFF2-40B4-BE49-F238E27FC236}">
                    <a16:creationId xmlns:a16="http://schemas.microsoft.com/office/drawing/2014/main" id="{7484D5E8-C73E-A01C-8554-D0C8E0FFB831}"/>
                  </a:ext>
                </a:extLst>
              </p:cNvPr>
              <p:cNvPicPr/>
              <p:nvPr/>
            </p:nvPicPr>
            <p:blipFill>
              <a:blip r:embed="rId101"/>
              <a:stretch>
                <a:fillRect/>
              </a:stretch>
            </p:blipFill>
            <p:spPr>
              <a:xfrm>
                <a:off x="10496480" y="1264680"/>
                <a:ext cx="159264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9" name="Ink 98">
                <a:extLst>
                  <a:ext uri="{FF2B5EF4-FFF2-40B4-BE49-F238E27FC236}">
                    <a16:creationId xmlns:a16="http://schemas.microsoft.com/office/drawing/2014/main" id="{57552752-D4E7-B8E1-F255-0DEEDB7036BA}"/>
                  </a:ext>
                </a:extLst>
              </p14:cNvPr>
              <p14:cNvContentPartPr/>
              <p14:nvPr/>
            </p14:nvContentPartPr>
            <p14:xfrm>
              <a:off x="1026320" y="1452960"/>
              <a:ext cx="360" cy="360"/>
            </p14:xfrm>
          </p:contentPart>
        </mc:Choice>
        <mc:Fallback>
          <p:pic>
            <p:nvPicPr>
              <p:cNvPr id="99" name="Ink 98">
                <a:extLst>
                  <a:ext uri="{FF2B5EF4-FFF2-40B4-BE49-F238E27FC236}">
                    <a16:creationId xmlns:a16="http://schemas.microsoft.com/office/drawing/2014/main" id="{57552752-D4E7-B8E1-F255-0DEEDB7036BA}"/>
                  </a:ext>
                </a:extLst>
              </p:cNvPr>
              <p:cNvPicPr/>
              <p:nvPr/>
            </p:nvPicPr>
            <p:blipFill>
              <a:blip r:embed="rId103"/>
              <a:stretch>
                <a:fillRect/>
              </a:stretch>
            </p:blipFill>
            <p:spPr>
              <a:xfrm>
                <a:off x="936320" y="1272960"/>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08" name="Ink 107">
                <a:extLst>
                  <a:ext uri="{FF2B5EF4-FFF2-40B4-BE49-F238E27FC236}">
                    <a16:creationId xmlns:a16="http://schemas.microsoft.com/office/drawing/2014/main" id="{35494B9B-4E22-100D-8BAE-6441144A04BA}"/>
                  </a:ext>
                </a:extLst>
              </p14:cNvPr>
              <p14:cNvContentPartPr/>
              <p14:nvPr/>
            </p14:nvContentPartPr>
            <p14:xfrm>
              <a:off x="811760" y="1228680"/>
              <a:ext cx="560160" cy="116640"/>
            </p14:xfrm>
          </p:contentPart>
        </mc:Choice>
        <mc:Fallback>
          <p:pic>
            <p:nvPicPr>
              <p:cNvPr id="108" name="Ink 107">
                <a:extLst>
                  <a:ext uri="{FF2B5EF4-FFF2-40B4-BE49-F238E27FC236}">
                    <a16:creationId xmlns:a16="http://schemas.microsoft.com/office/drawing/2014/main" id="{35494B9B-4E22-100D-8BAE-6441144A04BA}"/>
                  </a:ext>
                </a:extLst>
              </p:cNvPr>
              <p:cNvPicPr/>
              <p:nvPr/>
            </p:nvPicPr>
            <p:blipFill>
              <a:blip r:embed="rId105"/>
              <a:stretch>
                <a:fillRect/>
              </a:stretch>
            </p:blipFill>
            <p:spPr>
              <a:xfrm>
                <a:off x="722120" y="1049040"/>
                <a:ext cx="739800" cy="476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07" name="Ink 106">
                <a:extLst>
                  <a:ext uri="{FF2B5EF4-FFF2-40B4-BE49-F238E27FC236}">
                    <a16:creationId xmlns:a16="http://schemas.microsoft.com/office/drawing/2014/main" id="{5C05009F-8CE8-F68A-5B10-36A9C1F7F9DD}"/>
                  </a:ext>
                </a:extLst>
              </p14:cNvPr>
              <p14:cNvContentPartPr/>
              <p14:nvPr/>
            </p14:nvContentPartPr>
            <p14:xfrm>
              <a:off x="698720" y="1228680"/>
              <a:ext cx="782640" cy="257400"/>
            </p14:xfrm>
          </p:contentPart>
        </mc:Choice>
        <mc:Fallback>
          <p:pic>
            <p:nvPicPr>
              <p:cNvPr id="107" name="Ink 106">
                <a:extLst>
                  <a:ext uri="{FF2B5EF4-FFF2-40B4-BE49-F238E27FC236}">
                    <a16:creationId xmlns:a16="http://schemas.microsoft.com/office/drawing/2014/main" id="{5C05009F-8CE8-F68A-5B10-36A9C1F7F9DD}"/>
                  </a:ext>
                </a:extLst>
              </p:cNvPr>
              <p:cNvPicPr/>
              <p:nvPr/>
            </p:nvPicPr>
            <p:blipFill>
              <a:blip r:embed="rId107"/>
              <a:stretch>
                <a:fillRect/>
              </a:stretch>
            </p:blipFill>
            <p:spPr>
              <a:xfrm>
                <a:off x="609080" y="1049040"/>
                <a:ext cx="962280" cy="6170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6" name="Ink 105">
                <a:extLst>
                  <a:ext uri="{FF2B5EF4-FFF2-40B4-BE49-F238E27FC236}">
                    <a16:creationId xmlns:a16="http://schemas.microsoft.com/office/drawing/2014/main" id="{7630F9AD-0763-80DE-2E0F-CD65972BD3D7}"/>
                  </a:ext>
                </a:extLst>
              </p14:cNvPr>
              <p14:cNvContentPartPr/>
              <p14:nvPr/>
            </p14:nvContentPartPr>
            <p14:xfrm>
              <a:off x="952520" y="1228680"/>
              <a:ext cx="428040" cy="311760"/>
            </p14:xfrm>
          </p:contentPart>
        </mc:Choice>
        <mc:Fallback>
          <p:pic>
            <p:nvPicPr>
              <p:cNvPr id="106" name="Ink 105">
                <a:extLst>
                  <a:ext uri="{FF2B5EF4-FFF2-40B4-BE49-F238E27FC236}">
                    <a16:creationId xmlns:a16="http://schemas.microsoft.com/office/drawing/2014/main" id="{7630F9AD-0763-80DE-2E0F-CD65972BD3D7}"/>
                  </a:ext>
                </a:extLst>
              </p:cNvPr>
              <p:cNvPicPr/>
              <p:nvPr/>
            </p:nvPicPr>
            <p:blipFill>
              <a:blip r:embed="rId109"/>
              <a:stretch>
                <a:fillRect/>
              </a:stretch>
            </p:blipFill>
            <p:spPr>
              <a:xfrm>
                <a:off x="889880" y="1166040"/>
                <a:ext cx="553680" cy="4374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2" name="Ink 101">
                <a:extLst>
                  <a:ext uri="{FF2B5EF4-FFF2-40B4-BE49-F238E27FC236}">
                    <a16:creationId xmlns:a16="http://schemas.microsoft.com/office/drawing/2014/main" id="{E24F36DB-7B33-A2FB-B996-025D089D7E6C}"/>
                  </a:ext>
                </a:extLst>
              </p14:cNvPr>
              <p14:cNvContentPartPr/>
              <p14:nvPr/>
            </p14:nvContentPartPr>
            <p14:xfrm>
              <a:off x="873680" y="1259640"/>
              <a:ext cx="709200" cy="144000"/>
            </p14:xfrm>
          </p:contentPart>
        </mc:Choice>
        <mc:Fallback>
          <p:pic>
            <p:nvPicPr>
              <p:cNvPr id="102" name="Ink 101">
                <a:extLst>
                  <a:ext uri="{FF2B5EF4-FFF2-40B4-BE49-F238E27FC236}">
                    <a16:creationId xmlns:a16="http://schemas.microsoft.com/office/drawing/2014/main" id="{E24F36DB-7B33-A2FB-B996-025D089D7E6C}"/>
                  </a:ext>
                </a:extLst>
              </p:cNvPr>
              <p:cNvPicPr/>
              <p:nvPr/>
            </p:nvPicPr>
            <p:blipFill>
              <a:blip r:embed="rId111"/>
              <a:stretch>
                <a:fillRect/>
              </a:stretch>
            </p:blipFill>
            <p:spPr>
              <a:xfrm>
                <a:off x="810680" y="1196640"/>
                <a:ext cx="83484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5" name="Ink 104">
                <a:extLst>
                  <a:ext uri="{FF2B5EF4-FFF2-40B4-BE49-F238E27FC236}">
                    <a16:creationId xmlns:a16="http://schemas.microsoft.com/office/drawing/2014/main" id="{36CEDD89-72E8-12A0-51EB-1CA8FFFA9A19}"/>
                  </a:ext>
                </a:extLst>
              </p14:cNvPr>
              <p14:cNvContentPartPr/>
              <p14:nvPr/>
            </p14:nvContentPartPr>
            <p14:xfrm>
              <a:off x="669920" y="1269360"/>
              <a:ext cx="802800" cy="164160"/>
            </p14:xfrm>
          </p:contentPart>
        </mc:Choice>
        <mc:Fallback>
          <p:pic>
            <p:nvPicPr>
              <p:cNvPr id="105" name="Ink 104">
                <a:extLst>
                  <a:ext uri="{FF2B5EF4-FFF2-40B4-BE49-F238E27FC236}">
                    <a16:creationId xmlns:a16="http://schemas.microsoft.com/office/drawing/2014/main" id="{36CEDD89-72E8-12A0-51EB-1CA8FFFA9A19}"/>
                  </a:ext>
                </a:extLst>
              </p:cNvPr>
              <p:cNvPicPr/>
              <p:nvPr/>
            </p:nvPicPr>
            <p:blipFill>
              <a:blip r:embed="rId113"/>
              <a:stretch>
                <a:fillRect/>
              </a:stretch>
            </p:blipFill>
            <p:spPr>
              <a:xfrm>
                <a:off x="580280" y="1089360"/>
                <a:ext cx="982440" cy="5238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4" name="Ink 103">
                <a:extLst>
                  <a:ext uri="{FF2B5EF4-FFF2-40B4-BE49-F238E27FC236}">
                    <a16:creationId xmlns:a16="http://schemas.microsoft.com/office/drawing/2014/main" id="{017BA7FB-8D68-36D7-0B9A-FFACFC65EAC6}"/>
                  </a:ext>
                </a:extLst>
              </p14:cNvPr>
              <p14:cNvContentPartPr/>
              <p14:nvPr/>
            </p14:nvContentPartPr>
            <p14:xfrm>
              <a:off x="629240" y="1351080"/>
              <a:ext cx="1172160" cy="139680"/>
            </p14:xfrm>
          </p:contentPart>
        </mc:Choice>
        <mc:Fallback>
          <p:pic>
            <p:nvPicPr>
              <p:cNvPr id="104" name="Ink 103">
                <a:extLst>
                  <a:ext uri="{FF2B5EF4-FFF2-40B4-BE49-F238E27FC236}">
                    <a16:creationId xmlns:a16="http://schemas.microsoft.com/office/drawing/2014/main" id="{017BA7FB-8D68-36D7-0B9A-FFACFC65EAC6}"/>
                  </a:ext>
                </a:extLst>
              </p:cNvPr>
              <p:cNvPicPr/>
              <p:nvPr/>
            </p:nvPicPr>
            <p:blipFill>
              <a:blip r:embed="rId115"/>
              <a:stretch>
                <a:fillRect/>
              </a:stretch>
            </p:blipFill>
            <p:spPr>
              <a:xfrm>
                <a:off x="539600" y="1171440"/>
                <a:ext cx="1351800" cy="499320"/>
              </a:xfrm>
              <a:prstGeom prst="rect">
                <a:avLst/>
              </a:prstGeom>
            </p:spPr>
          </p:pic>
        </mc:Fallback>
      </mc:AlternateContent>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0E0CA-BBC5-02B5-0C12-D7F2EC10DCBB}"/>
              </a:ext>
            </a:extLst>
          </p:cNvPr>
          <p:cNvSpPr>
            <a:spLocks noGrp="1"/>
          </p:cNvSpPr>
          <p:nvPr>
            <p:ph type="title"/>
          </p:nvPr>
        </p:nvSpPr>
        <p:spPr/>
        <p:txBody>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UML Diagrams</a:t>
            </a:r>
          </a:p>
        </p:txBody>
      </p:sp>
      <p:sp>
        <p:nvSpPr>
          <p:cNvPr id="8" name="Date Placeholder 7">
            <a:extLst>
              <a:ext uri="{FF2B5EF4-FFF2-40B4-BE49-F238E27FC236}">
                <a16:creationId xmlns:a16="http://schemas.microsoft.com/office/drawing/2014/main" id="{1159DFE3-F521-C12C-DFA3-E39701EB7B4E}"/>
              </a:ext>
            </a:extLst>
          </p:cNvPr>
          <p:cNvSpPr>
            <a:spLocks noGrp="1"/>
          </p:cNvSpPr>
          <p:nvPr>
            <p:ph type="dt" sz="half" idx="10"/>
          </p:nvPr>
        </p:nvSpPr>
        <p:spPr/>
        <p:txBody>
          <a:bodyPr/>
          <a:lstStyle/>
          <a:p>
            <a:pPr>
              <a:defRPr/>
            </a:pPr>
            <a:r>
              <a:rPr lang="en-US" dirty="0"/>
              <a:t>Tuesday, December 31, 2024</a:t>
            </a:r>
          </a:p>
        </p:txBody>
      </p:sp>
      <p:sp>
        <p:nvSpPr>
          <p:cNvPr id="7" name="Footer Placeholder 6">
            <a:extLst>
              <a:ext uri="{FF2B5EF4-FFF2-40B4-BE49-F238E27FC236}">
                <a16:creationId xmlns:a16="http://schemas.microsoft.com/office/drawing/2014/main" id="{4ECBF2E7-ADD9-B407-8A6E-B0A7DDC80846}"/>
              </a:ext>
            </a:extLst>
          </p:cNvPr>
          <p:cNvSpPr>
            <a:spLocks noGrp="1"/>
          </p:cNvSpPr>
          <p:nvPr>
            <p:ph type="ftr" sz="quarter" idx="11"/>
          </p:nvPr>
        </p:nvSpPr>
        <p:spPr/>
        <p:txBody>
          <a:bodyPr/>
          <a:lstStyle/>
          <a:p>
            <a:pPr>
              <a:defRPr/>
            </a:pPr>
            <a:r>
              <a:rPr lang="en-US"/>
              <a:t>Final Review</a:t>
            </a:r>
          </a:p>
        </p:txBody>
      </p:sp>
      <p:pic>
        <p:nvPicPr>
          <p:cNvPr id="16" name="Picture 15">
            <a:extLst>
              <a:ext uri="{FF2B5EF4-FFF2-40B4-BE49-F238E27FC236}">
                <a16:creationId xmlns:a16="http://schemas.microsoft.com/office/drawing/2014/main" id="{EA47C093-BB50-3C17-9429-13B050D9E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 y="1761490"/>
            <a:ext cx="3921760" cy="4429760"/>
          </a:xfrm>
          <a:prstGeom prst="rect">
            <a:avLst/>
          </a:prstGeom>
        </p:spPr>
      </p:pic>
      <p:pic>
        <p:nvPicPr>
          <p:cNvPr id="18" name="Picture 17">
            <a:extLst>
              <a:ext uri="{FF2B5EF4-FFF2-40B4-BE49-F238E27FC236}">
                <a16:creationId xmlns:a16="http://schemas.microsoft.com/office/drawing/2014/main" id="{869B2571-70F2-A918-FB25-A07FE3DB50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4960" y="1595120"/>
            <a:ext cx="6664960" cy="4704080"/>
          </a:xfrm>
          <a:prstGeom prst="rect">
            <a:avLst/>
          </a:prstGeom>
        </p:spPr>
      </p:pic>
      <p:pic>
        <p:nvPicPr>
          <p:cNvPr id="20" name="Picture 4">
            <a:extLst>
              <a:ext uri="{FF2B5EF4-FFF2-40B4-BE49-F238E27FC236}">
                <a16:creationId xmlns:a16="http://schemas.microsoft.com/office/drawing/2014/main" id="{549992D5-962F-147C-1E8B-8727A7000E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16FFB-4F76-1F39-2336-DAF8207AE311}"/>
              </a:ext>
            </a:extLst>
          </p:cNvPr>
          <p:cNvSpPr>
            <a:spLocks noGrp="1"/>
          </p:cNvSpPr>
          <p:nvPr>
            <p:ph sz="quarter" idx="1"/>
          </p:nvPr>
        </p:nvSpPr>
        <p:spPr>
          <a:xfrm>
            <a:off x="722313" y="1439863"/>
            <a:ext cx="11468100" cy="5003800"/>
          </a:xfrm>
        </p:spPr>
        <p:txBody>
          <a:bodyPr>
            <a:normAutofit/>
          </a:bodyPr>
          <a:lstStyle/>
          <a:p>
            <a:pPr marL="0" indent="0" eaLnBrk="1" fontAlgn="auto" hangingPunct="1">
              <a:lnSpc>
                <a:spcPct val="110000"/>
              </a:lnSpc>
              <a:spcBef>
                <a:spcPts val="200"/>
              </a:spcBef>
              <a:spcAft>
                <a:spcPts val="200"/>
              </a:spcAft>
              <a:buFont typeface="Wingdings 2"/>
              <a:buNone/>
              <a:defRPr/>
            </a:pPr>
            <a:endParaRPr lang="en-IN" sz="1700" dirty="0">
              <a:solidFill>
                <a:srgbClr val="004376"/>
              </a:solidFill>
            </a:endParaRPr>
          </a:p>
          <a:p>
            <a:pPr marL="274320" indent="-274320" eaLnBrk="1" fontAlgn="auto" hangingPunct="1">
              <a:spcBef>
                <a:spcPts val="580"/>
              </a:spcBef>
              <a:spcAft>
                <a:spcPts val="0"/>
              </a:spcAft>
              <a:buFont typeface="Wingdings 2"/>
              <a:buChar char=""/>
              <a:defRPr/>
            </a:pPr>
            <a:endParaRPr lang="en-IN" dirty="0"/>
          </a:p>
        </p:txBody>
      </p:sp>
      <p:sp>
        <p:nvSpPr>
          <p:cNvPr id="7" name="Title 1">
            <a:extLst>
              <a:ext uri="{FF2B5EF4-FFF2-40B4-BE49-F238E27FC236}">
                <a16:creationId xmlns:a16="http://schemas.microsoft.com/office/drawing/2014/main" id="{391234EE-FC52-09AC-5C5F-1411BC737F87}"/>
              </a:ext>
            </a:extLst>
          </p:cNvPr>
          <p:cNvSpPr>
            <a:spLocks noGrp="1"/>
          </p:cNvSpPr>
          <p:nvPr>
            <p:ph type="title"/>
          </p:nvPr>
        </p:nvSpPr>
        <p:spPr>
          <a:xfrm>
            <a:off x="361950" y="360363"/>
            <a:ext cx="11550650"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008A7625-781E-7579-B082-7CBD62D96870}"/>
              </a:ext>
            </a:extLst>
          </p:cNvPr>
          <p:cNvSpPr/>
          <p:nvPr/>
        </p:nvSpPr>
        <p:spPr>
          <a:xfrm>
            <a:off x="722313" y="1311564"/>
            <a:ext cx="10602912" cy="3349956"/>
          </a:xfrm>
          <a:prstGeom prst="rect">
            <a:avLst/>
          </a:prstGeom>
        </p:spPr>
        <p:txBody>
          <a:bodyPr wrap="square">
            <a:spAutoFit/>
          </a:bodyPr>
          <a:lstStyle/>
          <a:p>
            <a:pPr eaLnBrk="1" fontAlgn="auto" hangingPunct="1">
              <a:lnSpc>
                <a:spcPct val="150000"/>
              </a:lnSpc>
              <a:spcBef>
                <a:spcPts val="0"/>
              </a:spcBef>
              <a:spcAft>
                <a:spcPts val="0"/>
              </a:spcAft>
              <a:tabLst>
                <a:tab pos="400050" algn="l"/>
              </a:tabLst>
              <a:defRPr/>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Ji-Hoon Jeong, Associate Member, IEEE, In-</a:t>
            </a:r>
            <a:r>
              <a:rPr lang="en-IN" sz="2400" dirty="0" err="1">
                <a:latin typeface="Times New Roman" panose="02020603050405020304" pitchFamily="18" charset="0"/>
                <a:ea typeface="Times New Roman" panose="02020603050405020304" pitchFamily="18" charset="0"/>
                <a:cs typeface="Times New Roman" panose="02020603050405020304" pitchFamily="18" charset="0"/>
              </a:rPr>
              <a:t>Gyu</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Lee , Sung-Kyung Kim ,            Tae-Eui Kam, Seong-Whan Lee , Fellow, IEEE, and </a:t>
            </a:r>
            <a:r>
              <a:rPr lang="en-IN" sz="2400" dirty="0" err="1">
                <a:latin typeface="Times New Roman" panose="02020603050405020304" pitchFamily="18" charset="0"/>
                <a:ea typeface="Times New Roman" panose="02020603050405020304" pitchFamily="18" charset="0"/>
                <a:cs typeface="Times New Roman" panose="02020603050405020304" pitchFamily="18" charset="0"/>
              </a:rPr>
              <a:t>Euijong</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Lee,</a:t>
            </a:r>
          </a:p>
          <a:p>
            <a:pPr eaLnBrk="1" fontAlgn="auto" hangingPunct="1">
              <a:lnSpc>
                <a:spcPct val="150000"/>
              </a:lnSpc>
              <a:spcBef>
                <a:spcPts val="0"/>
              </a:spcBef>
              <a:spcAft>
                <a:spcPts val="0"/>
              </a:spcAft>
              <a:tabLst>
                <a:tab pos="400050" algn="l"/>
              </a:tabLst>
              <a:defRPr/>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 Deep Health Net: Adolescent Obesity Prediction System Based on a Deep Learning Framework.</a:t>
            </a:r>
          </a:p>
          <a:p>
            <a:pPr eaLnBrk="1" fontAlgn="auto" hangingPunct="1">
              <a:lnSpc>
                <a:spcPct val="150000"/>
              </a:lnSpc>
              <a:spcBef>
                <a:spcPts val="0"/>
              </a:spcBef>
              <a:spcAft>
                <a:spcPts val="0"/>
              </a:spcAft>
              <a:tabLst>
                <a:tab pos="400050" algn="l"/>
              </a:tabLst>
              <a:defRPr/>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 IEEE JOURNAL OF BIOMEDICAL AND HEALTH INFORMATICS, VOL. 28, NO. 4, APRIL 2024.</a:t>
            </a:r>
          </a:p>
        </p:txBody>
      </p:sp>
      <p:pic>
        <p:nvPicPr>
          <p:cNvPr id="33797" name="Picture 1">
            <a:extLst>
              <a:ext uri="{FF2B5EF4-FFF2-40B4-BE49-F238E27FC236}">
                <a16:creationId xmlns:a16="http://schemas.microsoft.com/office/drawing/2014/main" id="{AB9BDA89-619F-DB9D-1C4C-C69E519B5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a:extLst>
              <a:ext uri="{FF2B5EF4-FFF2-40B4-BE49-F238E27FC236}">
                <a16:creationId xmlns:a16="http://schemas.microsoft.com/office/drawing/2014/main" id="{7A2A23B3-E7D2-9DC9-B689-6B6F456D803E}"/>
              </a:ext>
            </a:extLst>
          </p:cNvPr>
          <p:cNvSpPr>
            <a:spLocks noGrp="1"/>
          </p:cNvSpPr>
          <p:nvPr>
            <p:ph type="ftr" sz="quarter" idx="11"/>
          </p:nvPr>
        </p:nvSpPr>
        <p:spPr/>
        <p:txBody>
          <a:bodyPr/>
          <a:lstStyle/>
          <a:p>
            <a:pPr>
              <a:defRPr/>
            </a:pPr>
            <a:r>
              <a:rPr lang="en-US" dirty="0"/>
              <a:t>Final Review</a:t>
            </a:r>
          </a:p>
        </p:txBody>
      </p:sp>
      <p:sp>
        <p:nvSpPr>
          <p:cNvPr id="8" name="Date Placeholder 7">
            <a:extLst>
              <a:ext uri="{FF2B5EF4-FFF2-40B4-BE49-F238E27FC236}">
                <a16:creationId xmlns:a16="http://schemas.microsoft.com/office/drawing/2014/main" id="{A22C1A9B-2D77-6AAC-A1BD-7A6C16229C0D}"/>
              </a:ext>
            </a:extLst>
          </p:cNvPr>
          <p:cNvSpPr>
            <a:spLocks noGrp="1"/>
          </p:cNvSpPr>
          <p:nvPr>
            <p:ph type="dt" sz="quarter" idx="10"/>
          </p:nvPr>
        </p:nvSpPr>
        <p:spPr/>
        <p:txBody>
          <a:bodyPr/>
          <a:lstStyle/>
          <a:p>
            <a:pPr>
              <a:defRPr/>
            </a:pPr>
            <a:r>
              <a:rPr lang="en-US" dirty="0"/>
              <a:t>Tuesday, December 31, 2024</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C198-75F6-243B-7C78-AC92E076E32F}"/>
              </a:ext>
            </a:extLst>
          </p:cNvPr>
          <p:cNvSpPr>
            <a:spLocks noGrp="1"/>
          </p:cNvSpPr>
          <p:nvPr>
            <p:ph type="title"/>
          </p:nvPr>
        </p:nvSpPr>
        <p:spPr>
          <a:xfrm>
            <a:off x="1774825" y="2708275"/>
            <a:ext cx="9144000"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THANK YOU</a:t>
            </a:r>
          </a:p>
        </p:txBody>
      </p:sp>
      <p:pic>
        <p:nvPicPr>
          <p:cNvPr id="34819" name="Picture 2">
            <a:extLst>
              <a:ext uri="{FF2B5EF4-FFF2-40B4-BE49-F238E27FC236}">
                <a16:creationId xmlns:a16="http://schemas.microsoft.com/office/drawing/2014/main" id="{0F2F2CDC-8A47-A9A6-BD92-191EB95CBE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4C8DDE95-7731-70D3-A21D-3DCDBBC18C83}"/>
              </a:ext>
            </a:extLst>
          </p:cNvPr>
          <p:cNvSpPr>
            <a:spLocks noGrp="1"/>
          </p:cNvSpPr>
          <p:nvPr>
            <p:ph type="ftr" sz="quarter" idx="11"/>
          </p:nvPr>
        </p:nvSpPr>
        <p:spPr/>
        <p:txBody>
          <a:bodyPr/>
          <a:lstStyle/>
          <a:p>
            <a:pPr>
              <a:defRPr/>
            </a:pPr>
            <a:r>
              <a:rPr lang="en-US" dirty="0"/>
              <a:t>Final Review</a:t>
            </a:r>
          </a:p>
        </p:txBody>
      </p:sp>
      <p:sp>
        <p:nvSpPr>
          <p:cNvPr id="6" name="Date Placeholder 5">
            <a:extLst>
              <a:ext uri="{FF2B5EF4-FFF2-40B4-BE49-F238E27FC236}">
                <a16:creationId xmlns:a16="http://schemas.microsoft.com/office/drawing/2014/main" id="{7ADB2D78-3CD7-67AF-C225-E0FBB04D0AD8}"/>
              </a:ext>
            </a:extLst>
          </p:cNvPr>
          <p:cNvSpPr>
            <a:spLocks noGrp="1"/>
          </p:cNvSpPr>
          <p:nvPr>
            <p:ph type="dt" sz="quarter" idx="10"/>
          </p:nvPr>
        </p:nvSpPr>
        <p:spPr>
          <a:xfrm>
            <a:off x="8229600" y="6191250"/>
            <a:ext cx="3535680" cy="476250"/>
          </a:xfrm>
        </p:spPr>
        <p:txBody>
          <a:bodyPr/>
          <a:lstStyle/>
          <a:p>
            <a:pPr>
              <a:defRPr/>
            </a:pPr>
            <a:r>
              <a:rPr lang="en-US" dirty="0"/>
              <a:t>Tuesday, December 31, 2024</a:t>
            </a:r>
          </a:p>
        </p:txBody>
      </p:sp>
    </p:spTree>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anchor="ctr"/>
      <a:lstStyle>
        <a:defPPr eaLnBrk="1" hangingPunct="1">
          <a:spcBef>
            <a:spcPct val="0"/>
          </a:spcBef>
          <a:buClrTx/>
          <a:buSzTx/>
          <a:buFontTx/>
          <a:buNone/>
          <a:defRPr sz="1400" dirty="0" smtClean="0">
            <a:solidFill>
              <a:schemeClr val="tx2"/>
            </a:solidFill>
          </a:defRPr>
        </a:defPPr>
      </a:lstStyle>
    </a:txDef>
  </a:objectDefaults>
  <a:extraClrSchemeLst/>
  <a:extLst>
    <a:ext uri="{05A4C25C-085E-4340-85A3-A5531E510DB2}">
      <thm15:themeFamily xmlns:thm15="http://schemas.microsoft.com/office/thememl/2012/main" name="Quarterly earnings presentation" id="{0D943C51-2B86-4013-B604-53D1EF40AFB5}" vid="{0D6FE234-CE13-49D3-9FC5-DC9E562B90C3}"/>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3073</Words>
  <Application>Microsoft Office PowerPoint</Application>
  <PresentationFormat>Widescreen</PresentationFormat>
  <Paragraphs>226</Paragraphs>
  <Slides>21</Slides>
  <Notes>3</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Calibri</vt:lpstr>
      <vt:lpstr>Century Gothic</vt:lpstr>
      <vt:lpstr>Microsoft Sans Serif</vt:lpstr>
      <vt:lpstr>Palatino Linotype</vt:lpstr>
      <vt:lpstr>Roboto</vt:lpstr>
      <vt:lpstr>Times New Roman</vt:lpstr>
      <vt:lpstr>var(--thim-font-title-font-family)</vt:lpstr>
      <vt:lpstr>Wingdings</vt:lpstr>
      <vt:lpstr>Wingdings 2</vt:lpstr>
      <vt:lpstr>Quarterly earnings presentation</vt:lpstr>
      <vt:lpstr>Adolescent Obesity Prediction System </vt:lpstr>
      <vt:lpstr>Outline</vt:lpstr>
      <vt:lpstr>Abstract</vt:lpstr>
      <vt:lpstr>Introduction</vt:lpstr>
      <vt:lpstr>PowerPoint Presentation</vt:lpstr>
      <vt:lpstr>   Literature Survey  </vt:lpstr>
      <vt:lpstr>PowerPoint Presentation</vt:lpstr>
      <vt:lpstr>Objective</vt:lpstr>
      <vt:lpstr>Existing Method </vt:lpstr>
      <vt:lpstr>Proposed Method</vt:lpstr>
      <vt:lpstr>PowerPoint Presentation</vt:lpstr>
      <vt:lpstr>PowerPoint Presentation</vt:lpstr>
      <vt:lpstr>                                                                                                           Explanation </vt:lpstr>
      <vt:lpstr>PowerPoint Presentation</vt:lpstr>
      <vt:lpstr>             Proposed Work</vt:lpstr>
      <vt:lpstr>                                                                                                           Hardware &amp; Software Involved </vt:lpstr>
      <vt:lpstr>Application &amp; Advantages</vt:lpstr>
      <vt:lpstr>System Architecture/Proposed work Block diagram</vt:lpstr>
      <vt:lpstr>UML Diagrams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Slide</dc:title>
  <dc:creator/>
  <cp:keywords/>
  <cp:lastModifiedBy/>
  <cp:revision>3</cp:revision>
  <dcterms:created xsi:type="dcterms:W3CDTF">2017-04-13T11:52:33Z</dcterms:created>
  <dcterms:modified xsi:type="dcterms:W3CDTF">2024-12-27T14:42:46Z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ies>
</file>